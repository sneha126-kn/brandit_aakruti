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
      <p:font typeface="Playfair Display Semi-Bold" charset="1" panose="00000000000000000000"/>
      <p:regular r:id="rId18"/>
    </p:embeddedFont>
    <p:embeddedFont>
      <p:font typeface="Hatton" charset="1" panose="00000500000000000000"/>
      <p:regular r:id="rId19"/>
    </p:embeddedFont>
    <p:embeddedFont>
      <p:font typeface="The Seasons Bold" charset="1" panose="00000000000000000000"/>
      <p:regular r:id="rId20"/>
    </p:embeddedFont>
    <p:embeddedFont>
      <p:font typeface="Playfair Display Bold" charset="1" panose="00000000000000000000"/>
      <p:regular r:id="rId21"/>
    </p:embeddedFont>
    <p:embeddedFont>
      <p:font typeface="The Seasons" charset="1" panose="00000000000000000000"/>
      <p:regular r:id="rId22"/>
    </p:embeddedFont>
    <p:embeddedFont>
      <p:font typeface="Anton" charset="1" panose="00000500000000000000"/>
      <p:regular r:id="rId23"/>
    </p:embeddedFont>
    <p:embeddedFont>
      <p:font typeface="Brixton"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17" Target="../media/image17.png" Type="http://schemas.openxmlformats.org/officeDocument/2006/relationships/image"/><Relationship Id="rId18" Target="../media/image18.svg" Type="http://schemas.openxmlformats.org/officeDocument/2006/relationships/image"/><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13" Target="../media/image31.png" Type="http://schemas.openxmlformats.org/officeDocument/2006/relationships/image"/><Relationship Id="rId14" Target="../media/image32.svg" Type="http://schemas.openxmlformats.org/officeDocument/2006/relationships/image"/><Relationship Id="rId15" Target="../media/image33.png" Type="http://schemas.openxmlformats.org/officeDocument/2006/relationships/image"/><Relationship Id="rId16" Target="../media/image34.svg" Type="http://schemas.openxmlformats.org/officeDocument/2006/relationships/image"/><Relationship Id="rId2" Target="../media/image2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15" Target="../media/image29.png" Type="http://schemas.openxmlformats.org/officeDocument/2006/relationships/image"/><Relationship Id="rId16" Target="../media/image30.svg" Type="http://schemas.openxmlformats.org/officeDocument/2006/relationships/image"/><Relationship Id="rId17" Target="../media/image33.png" Type="http://schemas.openxmlformats.org/officeDocument/2006/relationships/image"/><Relationship Id="rId18" Target="../media/image34.svg" Type="http://schemas.openxmlformats.org/officeDocument/2006/relationships/image"/><Relationship Id="rId19" Target="../media/image39.png" Type="http://schemas.openxmlformats.org/officeDocument/2006/relationships/image"/><Relationship Id="rId2" Target="../media/image35.png" Type="http://schemas.openxmlformats.org/officeDocument/2006/relationships/image"/><Relationship Id="rId20" Target="../media/image40.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7.png" Type="http://schemas.openxmlformats.org/officeDocument/2006/relationships/image"/><Relationship Id="rId14" Target="../media/image18.sv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media/image23.png" Type="http://schemas.openxmlformats.org/officeDocument/2006/relationships/image"/><Relationship Id="rId19" Target="../media/image24.svg" Type="http://schemas.openxmlformats.org/officeDocument/2006/relationships/image"/><Relationship Id="rId2" Target="../media/image2.png" Type="http://schemas.openxmlformats.org/officeDocument/2006/relationships/image"/><Relationship Id="rId20" Target="../media/image25.png" Type="http://schemas.openxmlformats.org/officeDocument/2006/relationships/image"/><Relationship Id="rId21" Target="../media/image26.svg" Type="http://schemas.openxmlformats.org/officeDocument/2006/relationships/image"/><Relationship Id="rId22" Target="../media/image27.png" Type="http://schemas.openxmlformats.org/officeDocument/2006/relationships/image"/><Relationship Id="rId23" Target="../media/image28.svg" Type="http://schemas.openxmlformats.org/officeDocument/2006/relationships/image"/><Relationship Id="rId24" Target="../media/image29.png" Type="http://schemas.openxmlformats.org/officeDocument/2006/relationships/image"/><Relationship Id="rId25" Target="../media/image30.svg" Type="http://schemas.openxmlformats.org/officeDocument/2006/relationships/image"/><Relationship Id="rId26" Target="../media/image31.png" Type="http://schemas.openxmlformats.org/officeDocument/2006/relationships/image"/><Relationship Id="rId27" Target="../media/image32.svg" Type="http://schemas.openxmlformats.org/officeDocument/2006/relationships/image"/><Relationship Id="rId28" Target="../media/image33.png" Type="http://schemas.openxmlformats.org/officeDocument/2006/relationships/image"/><Relationship Id="rId29" Target="../media/image34.svg" Type="http://schemas.openxmlformats.org/officeDocument/2006/relationships/image"/><Relationship Id="rId3" Target="../media/image7.png" Type="http://schemas.openxmlformats.org/officeDocument/2006/relationships/image"/><Relationship Id="rId30" Target="../media/image45.png" Type="http://schemas.openxmlformats.org/officeDocument/2006/relationships/image"/><Relationship Id="rId31" Target="../media/image46.png" Type="http://schemas.openxmlformats.org/officeDocument/2006/relationships/image"/><Relationship Id="rId32" Target="../media/image3.png" Type="http://schemas.openxmlformats.org/officeDocument/2006/relationships/image"/><Relationship Id="rId33" Target="../media/image4.svg" Type="http://schemas.openxmlformats.org/officeDocument/2006/relationships/image"/><Relationship Id="rId34" Target="../media/image5.png" Type="http://schemas.openxmlformats.org/officeDocument/2006/relationships/image"/><Relationship Id="rId35" Target="../media/image6.svg" Type="http://schemas.openxmlformats.org/officeDocument/2006/relationships/image"/><Relationship Id="rId36" Target="../media/image9.png" Type="http://schemas.openxmlformats.org/officeDocument/2006/relationships/image"/><Relationship Id="rId37" Target="../media/image10.svg" Type="http://schemas.openxmlformats.org/officeDocument/2006/relationships/image"/><Relationship Id="rId38" Target="../media/image15.png" Type="http://schemas.openxmlformats.org/officeDocument/2006/relationships/image"/><Relationship Id="rId39" Target="../media/image16.svg" Type="http://schemas.openxmlformats.org/officeDocument/2006/relationships/image"/><Relationship Id="rId4" Target="../media/image8.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png" Type="http://schemas.openxmlformats.org/officeDocument/2006/relationships/image"/><Relationship Id="rId9"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media/image47.png" Type="http://schemas.openxmlformats.org/officeDocument/2006/relationships/image"/><Relationship Id="rId20" Target="../media/image18.svg" Type="http://schemas.openxmlformats.org/officeDocument/2006/relationships/image"/><Relationship Id="rId21" Target="../media/image35.png" Type="http://schemas.openxmlformats.org/officeDocument/2006/relationships/image"/><Relationship Id="rId22" Target="../media/image48.png" Type="http://schemas.openxmlformats.org/officeDocument/2006/relationships/image"/><Relationship Id="rId23" Target="../media/image40.png" Type="http://schemas.openxmlformats.org/officeDocument/2006/relationships/image"/><Relationship Id="rId3" Target="../media/image38.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2DCF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199584"/>
          </a:xfrm>
          <a:custGeom>
            <a:avLst/>
            <a:gdLst/>
            <a:ahLst/>
            <a:cxnLst/>
            <a:rect r="r" b="b" t="t" l="l"/>
            <a:pathLst>
              <a:path h="10199584" w="18288000">
                <a:moveTo>
                  <a:pt x="0" y="0"/>
                </a:moveTo>
                <a:lnTo>
                  <a:pt x="18288000" y="0"/>
                </a:lnTo>
                <a:lnTo>
                  <a:pt x="18288000" y="10199584"/>
                </a:lnTo>
                <a:lnTo>
                  <a:pt x="0" y="10199584"/>
                </a:lnTo>
                <a:lnTo>
                  <a:pt x="0" y="0"/>
                </a:lnTo>
                <a:close/>
              </a:path>
            </a:pathLst>
          </a:custGeom>
          <a:blipFill>
            <a:blip r:embed="rId2"/>
            <a:stretch>
              <a:fillRect l="0" t="0" r="0" b="0"/>
            </a:stretch>
          </a:blipFill>
        </p:spPr>
      </p:sp>
      <p:sp>
        <p:nvSpPr>
          <p:cNvPr name="TextBox 3" id="3"/>
          <p:cNvSpPr txBox="true"/>
          <p:nvPr/>
        </p:nvSpPr>
        <p:spPr>
          <a:xfrm rot="0">
            <a:off x="5769256" y="3390147"/>
            <a:ext cx="6370602" cy="854077"/>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Canva Sans Bold"/>
                <a:ea typeface="Canva Sans Bold"/>
                <a:cs typeface="Canva Sans Bold"/>
                <a:sym typeface="Canva Sans Bold"/>
              </a:rPr>
              <a:t>Team-name : Flyhigh</a:t>
            </a:r>
          </a:p>
        </p:txBody>
      </p:sp>
      <p:sp>
        <p:nvSpPr>
          <p:cNvPr name="TextBox 4" id="4"/>
          <p:cNvSpPr txBox="true"/>
          <p:nvPr/>
        </p:nvSpPr>
        <p:spPr>
          <a:xfrm rot="0">
            <a:off x="6052391" y="4473327"/>
            <a:ext cx="4949768" cy="698244"/>
          </a:xfrm>
          <a:prstGeom prst="rect">
            <a:avLst/>
          </a:prstGeom>
        </p:spPr>
        <p:txBody>
          <a:bodyPr anchor="t" rtlCol="false" tIns="0" lIns="0" bIns="0" rIns="0">
            <a:spAutoFit/>
          </a:bodyPr>
          <a:lstStyle/>
          <a:p>
            <a:pPr algn="ctr">
              <a:lnSpc>
                <a:spcPts val="5803"/>
              </a:lnSpc>
              <a:spcBef>
                <a:spcPct val="0"/>
              </a:spcBef>
            </a:pPr>
            <a:r>
              <a:rPr lang="en-US" sz="4145">
                <a:solidFill>
                  <a:srgbClr val="000000"/>
                </a:solidFill>
                <a:latin typeface="Canva Sans"/>
                <a:ea typeface="Canva Sans"/>
                <a:cs typeface="Canva Sans"/>
                <a:sym typeface="Canva Sans"/>
              </a:rPr>
              <a:t>team-members:</a:t>
            </a:r>
          </a:p>
        </p:txBody>
      </p:sp>
      <p:sp>
        <p:nvSpPr>
          <p:cNvPr name="TextBox 5" id="5"/>
          <p:cNvSpPr txBox="true"/>
          <p:nvPr/>
        </p:nvSpPr>
        <p:spPr>
          <a:xfrm rot="0">
            <a:off x="6931621" y="5400171"/>
            <a:ext cx="3191308" cy="2794435"/>
          </a:xfrm>
          <a:prstGeom prst="rect">
            <a:avLst/>
          </a:prstGeom>
        </p:spPr>
        <p:txBody>
          <a:bodyPr anchor="t" rtlCol="false" tIns="0" lIns="0" bIns="0" rIns="0">
            <a:spAutoFit/>
          </a:bodyPr>
          <a:lstStyle/>
          <a:p>
            <a:pPr algn="ctr">
              <a:lnSpc>
                <a:spcPts val="5576"/>
              </a:lnSpc>
            </a:pPr>
            <a:r>
              <a:rPr lang="en-US" sz="3982">
                <a:solidFill>
                  <a:srgbClr val="000000"/>
                </a:solidFill>
                <a:latin typeface="Canva Sans"/>
                <a:ea typeface="Canva Sans"/>
                <a:cs typeface="Canva Sans"/>
                <a:sym typeface="Canva Sans"/>
              </a:rPr>
              <a:t>Nithya R</a:t>
            </a:r>
          </a:p>
          <a:p>
            <a:pPr algn="ctr">
              <a:lnSpc>
                <a:spcPts val="5576"/>
              </a:lnSpc>
            </a:pPr>
            <a:r>
              <a:rPr lang="en-US" sz="3982">
                <a:solidFill>
                  <a:srgbClr val="000000"/>
                </a:solidFill>
                <a:latin typeface="Canva Sans"/>
                <a:ea typeface="Canva Sans"/>
                <a:cs typeface="Canva Sans"/>
                <a:sym typeface="Canva Sans"/>
              </a:rPr>
              <a:t>Sneha K.N.</a:t>
            </a:r>
          </a:p>
          <a:p>
            <a:pPr algn="ctr">
              <a:lnSpc>
                <a:spcPts val="5576"/>
              </a:lnSpc>
            </a:pPr>
            <a:r>
              <a:rPr lang="en-US" sz="3982">
                <a:solidFill>
                  <a:srgbClr val="000000"/>
                </a:solidFill>
                <a:latin typeface="Canva Sans"/>
                <a:ea typeface="Canva Sans"/>
                <a:cs typeface="Canva Sans"/>
                <a:sym typeface="Canva Sans"/>
              </a:rPr>
              <a:t>S.S. Parinitha</a:t>
            </a:r>
          </a:p>
          <a:p>
            <a:pPr algn="ctr">
              <a:lnSpc>
                <a:spcPts val="5576"/>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2DCFF"/>
        </a:solidFill>
      </p:bgPr>
    </p:bg>
    <p:spTree>
      <p:nvGrpSpPr>
        <p:cNvPr id="1" name=""/>
        <p:cNvGrpSpPr/>
        <p:nvPr/>
      </p:nvGrpSpPr>
      <p:grpSpPr>
        <a:xfrm>
          <a:off x="0" y="0"/>
          <a:ext cx="0" cy="0"/>
          <a:chOff x="0" y="0"/>
          <a:chExt cx="0" cy="0"/>
        </a:xfrm>
      </p:grpSpPr>
      <p:sp>
        <p:nvSpPr>
          <p:cNvPr name="Freeform 2" id="2"/>
          <p:cNvSpPr/>
          <p:nvPr/>
        </p:nvSpPr>
        <p:spPr>
          <a:xfrm flipH="false" flipV="false" rot="0">
            <a:off x="8252026" y="1358019"/>
            <a:ext cx="1445368" cy="3142104"/>
          </a:xfrm>
          <a:custGeom>
            <a:avLst/>
            <a:gdLst/>
            <a:ahLst/>
            <a:cxnLst/>
            <a:rect r="r" b="b" t="t" l="l"/>
            <a:pathLst>
              <a:path h="3142104" w="1445368">
                <a:moveTo>
                  <a:pt x="0" y="0"/>
                </a:moveTo>
                <a:lnTo>
                  <a:pt x="1445368" y="0"/>
                </a:lnTo>
                <a:lnTo>
                  <a:pt x="1445368" y="3142104"/>
                </a:lnTo>
                <a:lnTo>
                  <a:pt x="0" y="3142104"/>
                </a:lnTo>
                <a:lnTo>
                  <a:pt x="0" y="0"/>
                </a:lnTo>
                <a:close/>
              </a:path>
            </a:pathLst>
          </a:custGeom>
          <a:blipFill>
            <a:blip r:embed="rId2"/>
            <a:stretch>
              <a:fillRect l="0" t="0" r="0" b="0"/>
            </a:stretch>
          </a:blipFill>
        </p:spPr>
      </p:sp>
      <p:sp>
        <p:nvSpPr>
          <p:cNvPr name="Freeform 3" id="3"/>
          <p:cNvSpPr/>
          <p:nvPr/>
        </p:nvSpPr>
        <p:spPr>
          <a:xfrm flipH="false" flipV="false" rot="0">
            <a:off x="9292889" y="3506651"/>
            <a:ext cx="938224" cy="974422"/>
          </a:xfrm>
          <a:custGeom>
            <a:avLst/>
            <a:gdLst/>
            <a:ahLst/>
            <a:cxnLst/>
            <a:rect r="r" b="b" t="t" l="l"/>
            <a:pathLst>
              <a:path h="974422" w="938224">
                <a:moveTo>
                  <a:pt x="0" y="0"/>
                </a:moveTo>
                <a:lnTo>
                  <a:pt x="938224" y="0"/>
                </a:lnTo>
                <a:lnTo>
                  <a:pt x="938224" y="974422"/>
                </a:lnTo>
                <a:lnTo>
                  <a:pt x="0" y="9744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7841867" y="3483092"/>
            <a:ext cx="931677" cy="967623"/>
          </a:xfrm>
          <a:custGeom>
            <a:avLst/>
            <a:gdLst/>
            <a:ahLst/>
            <a:cxnLst/>
            <a:rect r="r" b="b" t="t" l="l"/>
            <a:pathLst>
              <a:path h="967623" w="931677">
                <a:moveTo>
                  <a:pt x="931678" y="0"/>
                </a:moveTo>
                <a:lnTo>
                  <a:pt x="0" y="0"/>
                </a:lnTo>
                <a:lnTo>
                  <a:pt x="0" y="967623"/>
                </a:lnTo>
                <a:lnTo>
                  <a:pt x="931678" y="967623"/>
                </a:lnTo>
                <a:lnTo>
                  <a:pt x="93167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736915" y="3278691"/>
            <a:ext cx="555974" cy="1172024"/>
          </a:xfrm>
          <a:custGeom>
            <a:avLst/>
            <a:gdLst/>
            <a:ahLst/>
            <a:cxnLst/>
            <a:rect r="r" b="b" t="t" l="l"/>
            <a:pathLst>
              <a:path h="1172024" w="555974">
                <a:moveTo>
                  <a:pt x="0" y="0"/>
                </a:moveTo>
                <a:lnTo>
                  <a:pt x="555974" y="0"/>
                </a:lnTo>
                <a:lnTo>
                  <a:pt x="555974" y="1172024"/>
                </a:lnTo>
                <a:lnTo>
                  <a:pt x="0" y="11720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9762001" y="3993862"/>
            <a:ext cx="182611" cy="156713"/>
          </a:xfrm>
          <a:custGeom>
            <a:avLst/>
            <a:gdLst/>
            <a:ahLst/>
            <a:cxnLst/>
            <a:rect r="r" b="b" t="t" l="l"/>
            <a:pathLst>
              <a:path h="156713" w="182611">
                <a:moveTo>
                  <a:pt x="0" y="0"/>
                </a:moveTo>
                <a:lnTo>
                  <a:pt x="182611" y="0"/>
                </a:lnTo>
                <a:lnTo>
                  <a:pt x="182611" y="156714"/>
                </a:lnTo>
                <a:lnTo>
                  <a:pt x="0" y="1567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false" rot="0">
            <a:off x="7841867" y="3806232"/>
            <a:ext cx="187223" cy="160671"/>
          </a:xfrm>
          <a:custGeom>
            <a:avLst/>
            <a:gdLst/>
            <a:ahLst/>
            <a:cxnLst/>
            <a:rect r="r" b="b" t="t" l="l"/>
            <a:pathLst>
              <a:path h="160671" w="187223">
                <a:moveTo>
                  <a:pt x="187223" y="0"/>
                </a:moveTo>
                <a:lnTo>
                  <a:pt x="0" y="0"/>
                </a:lnTo>
                <a:lnTo>
                  <a:pt x="0" y="160672"/>
                </a:lnTo>
                <a:lnTo>
                  <a:pt x="187223" y="160672"/>
                </a:lnTo>
                <a:lnTo>
                  <a:pt x="187223"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7202496">
            <a:off x="8150336" y="3342461"/>
            <a:ext cx="203381" cy="174538"/>
          </a:xfrm>
          <a:custGeom>
            <a:avLst/>
            <a:gdLst/>
            <a:ahLst/>
            <a:cxnLst/>
            <a:rect r="r" b="b" t="t" l="l"/>
            <a:pathLst>
              <a:path h="174538" w="203381">
                <a:moveTo>
                  <a:pt x="0" y="0"/>
                </a:moveTo>
                <a:lnTo>
                  <a:pt x="203381" y="0"/>
                </a:lnTo>
                <a:lnTo>
                  <a:pt x="203381" y="174538"/>
                </a:lnTo>
                <a:lnTo>
                  <a:pt x="0" y="1745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9201583" y="3730979"/>
            <a:ext cx="182611" cy="156713"/>
          </a:xfrm>
          <a:custGeom>
            <a:avLst/>
            <a:gdLst/>
            <a:ahLst/>
            <a:cxnLst/>
            <a:rect r="r" b="b" t="t" l="l"/>
            <a:pathLst>
              <a:path h="156713" w="182611">
                <a:moveTo>
                  <a:pt x="0" y="0"/>
                </a:moveTo>
                <a:lnTo>
                  <a:pt x="182611" y="0"/>
                </a:lnTo>
                <a:lnTo>
                  <a:pt x="182611" y="156714"/>
                </a:lnTo>
                <a:lnTo>
                  <a:pt x="0" y="15671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true" flipV="false" rot="0">
            <a:off x="8216400" y="4025374"/>
            <a:ext cx="182611" cy="156713"/>
          </a:xfrm>
          <a:custGeom>
            <a:avLst/>
            <a:gdLst/>
            <a:ahLst/>
            <a:cxnLst/>
            <a:rect r="r" b="b" t="t" l="l"/>
            <a:pathLst>
              <a:path h="156713" w="182611">
                <a:moveTo>
                  <a:pt x="182611" y="0"/>
                </a:moveTo>
                <a:lnTo>
                  <a:pt x="0" y="0"/>
                </a:lnTo>
                <a:lnTo>
                  <a:pt x="0" y="156714"/>
                </a:lnTo>
                <a:lnTo>
                  <a:pt x="182611" y="156714"/>
                </a:lnTo>
                <a:lnTo>
                  <a:pt x="182611"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10231113" y="3730979"/>
            <a:ext cx="215020" cy="184526"/>
          </a:xfrm>
          <a:custGeom>
            <a:avLst/>
            <a:gdLst/>
            <a:ahLst/>
            <a:cxnLst/>
            <a:rect r="r" b="b" t="t" l="l"/>
            <a:pathLst>
              <a:path h="184526" w="215020">
                <a:moveTo>
                  <a:pt x="0" y="0"/>
                </a:moveTo>
                <a:lnTo>
                  <a:pt x="215020" y="0"/>
                </a:lnTo>
                <a:lnTo>
                  <a:pt x="215020" y="184526"/>
                </a:lnTo>
                <a:lnTo>
                  <a:pt x="0" y="18452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2" id="12"/>
          <p:cNvSpPr/>
          <p:nvPr/>
        </p:nvSpPr>
        <p:spPr>
          <a:xfrm flipH="false" flipV="false" rot="0">
            <a:off x="9697394" y="3404736"/>
            <a:ext cx="182611" cy="156713"/>
          </a:xfrm>
          <a:custGeom>
            <a:avLst/>
            <a:gdLst/>
            <a:ahLst/>
            <a:cxnLst/>
            <a:rect r="r" b="b" t="t" l="l"/>
            <a:pathLst>
              <a:path h="156713" w="182611">
                <a:moveTo>
                  <a:pt x="0" y="0"/>
                </a:moveTo>
                <a:lnTo>
                  <a:pt x="182611" y="0"/>
                </a:lnTo>
                <a:lnTo>
                  <a:pt x="182611" y="156713"/>
                </a:lnTo>
                <a:lnTo>
                  <a:pt x="0" y="15671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869908" y="2402592"/>
            <a:ext cx="3938435" cy="8561816"/>
          </a:xfrm>
          <a:custGeom>
            <a:avLst/>
            <a:gdLst/>
            <a:ahLst/>
            <a:cxnLst/>
            <a:rect r="r" b="b" t="t" l="l"/>
            <a:pathLst>
              <a:path h="8561816" w="3938435">
                <a:moveTo>
                  <a:pt x="0" y="0"/>
                </a:moveTo>
                <a:lnTo>
                  <a:pt x="3938435" y="0"/>
                </a:lnTo>
                <a:lnTo>
                  <a:pt x="3938435" y="8561815"/>
                </a:lnTo>
                <a:lnTo>
                  <a:pt x="0" y="8561815"/>
                </a:lnTo>
                <a:lnTo>
                  <a:pt x="0" y="0"/>
                </a:lnTo>
                <a:close/>
              </a:path>
            </a:pathLst>
          </a:custGeom>
          <a:blipFill>
            <a:blip r:embed="rId2">
              <a:alphaModFix amt="9999"/>
            </a:blip>
            <a:stretch>
              <a:fillRect l="0" t="0" r="0" b="0"/>
            </a:stretch>
          </a:blipFill>
        </p:spPr>
      </p:sp>
      <p:sp>
        <p:nvSpPr>
          <p:cNvPr name="Freeform 14" id="14"/>
          <p:cNvSpPr/>
          <p:nvPr/>
        </p:nvSpPr>
        <p:spPr>
          <a:xfrm flipH="true" flipV="false" rot="-5024179">
            <a:off x="15207966" y="-326880"/>
            <a:ext cx="3034543" cy="3151619"/>
          </a:xfrm>
          <a:custGeom>
            <a:avLst/>
            <a:gdLst/>
            <a:ahLst/>
            <a:cxnLst/>
            <a:rect r="r" b="b" t="t" l="l"/>
            <a:pathLst>
              <a:path h="3151619" w="3034543">
                <a:moveTo>
                  <a:pt x="3034542" y="0"/>
                </a:moveTo>
                <a:lnTo>
                  <a:pt x="0" y="0"/>
                </a:lnTo>
                <a:lnTo>
                  <a:pt x="0" y="3151619"/>
                </a:lnTo>
                <a:lnTo>
                  <a:pt x="3034542" y="3151619"/>
                </a:lnTo>
                <a:lnTo>
                  <a:pt x="3034542" y="0"/>
                </a:lnTo>
                <a:close/>
              </a:path>
            </a:pathLst>
          </a:custGeom>
          <a:blipFill>
            <a:blip r:embed="rId5">
              <a:alphaModFix amt="13000"/>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10052557">
            <a:off x="17038116" y="-310700"/>
            <a:ext cx="1451225" cy="3059261"/>
          </a:xfrm>
          <a:custGeom>
            <a:avLst/>
            <a:gdLst/>
            <a:ahLst/>
            <a:cxnLst/>
            <a:rect r="r" b="b" t="t" l="l"/>
            <a:pathLst>
              <a:path h="3059261" w="1451225">
                <a:moveTo>
                  <a:pt x="0" y="0"/>
                </a:moveTo>
                <a:lnTo>
                  <a:pt x="1451224" y="0"/>
                </a:lnTo>
                <a:lnTo>
                  <a:pt x="1451224" y="3059262"/>
                </a:lnTo>
                <a:lnTo>
                  <a:pt x="0" y="3059262"/>
                </a:lnTo>
                <a:lnTo>
                  <a:pt x="0" y="0"/>
                </a:lnTo>
                <a:close/>
              </a:path>
            </a:pathLst>
          </a:custGeom>
          <a:blipFill>
            <a:blip r:embed="rId7">
              <a:alphaModFix amt="16000"/>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3420952" y="4338198"/>
            <a:ext cx="11446096" cy="1981267"/>
          </a:xfrm>
          <a:prstGeom prst="rect">
            <a:avLst/>
          </a:prstGeom>
        </p:spPr>
        <p:txBody>
          <a:bodyPr anchor="t" rtlCol="false" tIns="0" lIns="0" bIns="0" rIns="0">
            <a:spAutoFit/>
          </a:bodyPr>
          <a:lstStyle/>
          <a:p>
            <a:pPr algn="ctr" marL="0" indent="0" lvl="0">
              <a:lnSpc>
                <a:spcPts val="16271"/>
              </a:lnSpc>
              <a:spcBef>
                <a:spcPct val="0"/>
              </a:spcBef>
            </a:pPr>
            <a:r>
              <a:rPr lang="en-US" b="true" sz="11622">
                <a:solidFill>
                  <a:srgbClr val="04383F"/>
                </a:solidFill>
                <a:latin typeface="Playfair Display Semi-Bold"/>
                <a:ea typeface="Playfair Display Semi-Bold"/>
                <a:cs typeface="Playfair Display Semi-Bold"/>
                <a:sym typeface="Playfair Display Semi-Bold"/>
              </a:rPr>
              <a:t>AAKRUTI</a:t>
            </a:r>
          </a:p>
        </p:txBody>
      </p:sp>
      <p:sp>
        <p:nvSpPr>
          <p:cNvPr name="TextBox 17" id="17"/>
          <p:cNvSpPr txBox="true"/>
          <p:nvPr/>
        </p:nvSpPr>
        <p:spPr>
          <a:xfrm rot="0">
            <a:off x="6775482" y="6281365"/>
            <a:ext cx="4737035" cy="401321"/>
          </a:xfrm>
          <a:prstGeom prst="rect">
            <a:avLst/>
          </a:prstGeom>
        </p:spPr>
        <p:txBody>
          <a:bodyPr anchor="t" rtlCol="false" tIns="0" lIns="0" bIns="0" rIns="0">
            <a:spAutoFit/>
          </a:bodyPr>
          <a:lstStyle/>
          <a:p>
            <a:pPr algn="ctr">
              <a:lnSpc>
                <a:spcPts val="3079"/>
              </a:lnSpc>
              <a:spcBef>
                <a:spcPct val="0"/>
              </a:spcBef>
            </a:pPr>
            <a:r>
              <a:rPr lang="en-US" sz="2199">
                <a:solidFill>
                  <a:srgbClr val="000B3D">
                    <a:alpha val="80784"/>
                  </a:srgbClr>
                </a:solidFill>
                <a:latin typeface="Hatton"/>
                <a:ea typeface="Hatton"/>
                <a:cs typeface="Hatton"/>
                <a:sym typeface="Hatton"/>
              </a:rPr>
              <a:t>ELEGANCE FOR EVERY SPACE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2DCFF"/>
        </a:solidFill>
      </p:bgPr>
    </p:bg>
    <p:spTree>
      <p:nvGrpSpPr>
        <p:cNvPr id="1" name=""/>
        <p:cNvGrpSpPr/>
        <p:nvPr/>
      </p:nvGrpSpPr>
      <p:grpSpPr>
        <a:xfrm>
          <a:off x="0" y="0"/>
          <a:ext cx="0" cy="0"/>
          <a:chOff x="0" y="0"/>
          <a:chExt cx="0" cy="0"/>
        </a:xfrm>
      </p:grpSpPr>
      <p:sp>
        <p:nvSpPr>
          <p:cNvPr name="TextBox 2" id="2"/>
          <p:cNvSpPr txBox="true"/>
          <p:nvPr/>
        </p:nvSpPr>
        <p:spPr>
          <a:xfrm rot="0">
            <a:off x="2589481" y="2427913"/>
            <a:ext cx="13109038" cy="1451818"/>
          </a:xfrm>
          <a:prstGeom prst="rect">
            <a:avLst/>
          </a:prstGeom>
        </p:spPr>
        <p:txBody>
          <a:bodyPr anchor="t" rtlCol="false" tIns="0" lIns="0" bIns="0" rIns="0">
            <a:spAutoFit/>
          </a:bodyPr>
          <a:lstStyle/>
          <a:p>
            <a:pPr algn="ctr" marL="0" indent="0" lvl="0">
              <a:lnSpc>
                <a:spcPts val="11643"/>
              </a:lnSpc>
              <a:spcBef>
                <a:spcPct val="0"/>
              </a:spcBef>
            </a:pPr>
            <a:r>
              <a:rPr lang="en-US" b="true" sz="8316">
                <a:solidFill>
                  <a:srgbClr val="04383F"/>
                </a:solidFill>
                <a:latin typeface="The Seasons Bold"/>
                <a:ea typeface="The Seasons Bold"/>
                <a:cs typeface="The Seasons Bold"/>
                <a:sym typeface="The Seasons Bold"/>
              </a:rPr>
              <a:t>AAKRUTI</a:t>
            </a:r>
          </a:p>
        </p:txBody>
      </p:sp>
      <p:sp>
        <p:nvSpPr>
          <p:cNvPr name="TextBox 3" id="3"/>
          <p:cNvSpPr txBox="true"/>
          <p:nvPr/>
        </p:nvSpPr>
        <p:spPr>
          <a:xfrm rot="0">
            <a:off x="705206" y="4449933"/>
            <a:ext cx="16877589" cy="2705100"/>
          </a:xfrm>
          <a:prstGeom prst="rect">
            <a:avLst/>
          </a:prstGeom>
        </p:spPr>
        <p:txBody>
          <a:bodyPr anchor="t" rtlCol="false" tIns="0" lIns="0" bIns="0" rIns="0">
            <a:spAutoFit/>
          </a:bodyPr>
          <a:lstStyle/>
          <a:p>
            <a:pPr algn="just">
              <a:lnSpc>
                <a:spcPts val="4200"/>
              </a:lnSpc>
              <a:spcBef>
                <a:spcPct val="0"/>
              </a:spcBef>
            </a:pPr>
            <a:r>
              <a:rPr lang="en-US" b="true" sz="3000">
                <a:solidFill>
                  <a:srgbClr val="000B3D"/>
                </a:solidFill>
                <a:latin typeface="The Seasons Bold"/>
                <a:ea typeface="The Seasons Bold"/>
                <a:cs typeface="The Seasons Bold"/>
                <a:sym typeface="The Seasons Bold"/>
              </a:rPr>
              <a:t>AAKRUTI comes from a Sanskrit word that means “to give shape.”From raw earth to refined elegance. That is the essence of AAKRUTI, it transforms raw earth into sophisticated ceramic décor. Guided by our mantra, "Elegance for Every Space," we believe artful design belongs in your everyday life. Handcrafted by skilled Indian artisans, our collections seamlessly blend heritage techniques with contemporary aesthetics to infuse your home with warmth, culture, and timeless style.</a:t>
            </a:r>
          </a:p>
        </p:txBody>
      </p:sp>
      <p:sp>
        <p:nvSpPr>
          <p:cNvPr name="Freeform 4" id="4"/>
          <p:cNvSpPr/>
          <p:nvPr/>
        </p:nvSpPr>
        <p:spPr>
          <a:xfrm flipH="false" flipV="false" rot="0">
            <a:off x="-1287977" y="1162375"/>
            <a:ext cx="4303952" cy="9356417"/>
          </a:xfrm>
          <a:custGeom>
            <a:avLst/>
            <a:gdLst/>
            <a:ahLst/>
            <a:cxnLst/>
            <a:rect r="r" b="b" t="t" l="l"/>
            <a:pathLst>
              <a:path h="9356417" w="4303952">
                <a:moveTo>
                  <a:pt x="0" y="0"/>
                </a:moveTo>
                <a:lnTo>
                  <a:pt x="4303951" y="0"/>
                </a:lnTo>
                <a:lnTo>
                  <a:pt x="4303951" y="9356416"/>
                </a:lnTo>
                <a:lnTo>
                  <a:pt x="0" y="9356416"/>
                </a:lnTo>
                <a:lnTo>
                  <a:pt x="0" y="0"/>
                </a:lnTo>
                <a:close/>
              </a:path>
            </a:pathLst>
          </a:custGeom>
          <a:blipFill>
            <a:blip r:embed="rId2">
              <a:alphaModFix amt="6999"/>
            </a:blip>
            <a:stretch>
              <a:fillRect l="0" t="0" r="0" b="0"/>
            </a:stretch>
          </a:blipFill>
        </p:spPr>
      </p:sp>
      <p:sp>
        <p:nvSpPr>
          <p:cNvPr name="Freeform 5" id="5"/>
          <p:cNvSpPr/>
          <p:nvPr/>
        </p:nvSpPr>
        <p:spPr>
          <a:xfrm flipH="false" flipV="false" rot="-4995407">
            <a:off x="14949276" y="5974151"/>
            <a:ext cx="3494224" cy="3629036"/>
          </a:xfrm>
          <a:custGeom>
            <a:avLst/>
            <a:gdLst/>
            <a:ahLst/>
            <a:cxnLst/>
            <a:rect r="r" b="b" t="t" l="l"/>
            <a:pathLst>
              <a:path h="3629036" w="3494224">
                <a:moveTo>
                  <a:pt x="0" y="0"/>
                </a:moveTo>
                <a:lnTo>
                  <a:pt x="3494225" y="0"/>
                </a:lnTo>
                <a:lnTo>
                  <a:pt x="3494225" y="3629036"/>
                </a:lnTo>
                <a:lnTo>
                  <a:pt x="0" y="3629036"/>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5357">
                <a:alpha val="100000"/>
              </a:srgbClr>
            </a:gs>
            <a:gs pos="100000">
              <a:srgbClr val="76BBEE">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594627" y="1028700"/>
            <a:ext cx="2510627" cy="5457884"/>
          </a:xfrm>
          <a:custGeom>
            <a:avLst/>
            <a:gdLst/>
            <a:ahLst/>
            <a:cxnLst/>
            <a:rect r="r" b="b" t="t" l="l"/>
            <a:pathLst>
              <a:path h="5457884" w="2510627">
                <a:moveTo>
                  <a:pt x="0" y="0"/>
                </a:moveTo>
                <a:lnTo>
                  <a:pt x="2510627" y="0"/>
                </a:lnTo>
                <a:lnTo>
                  <a:pt x="2510627" y="5457884"/>
                </a:lnTo>
                <a:lnTo>
                  <a:pt x="0" y="5457884"/>
                </a:lnTo>
                <a:lnTo>
                  <a:pt x="0" y="0"/>
                </a:lnTo>
                <a:close/>
              </a:path>
            </a:pathLst>
          </a:custGeom>
          <a:blipFill>
            <a:blip r:embed="rId2"/>
            <a:stretch>
              <a:fillRect l="0" t="0" r="0" b="0"/>
            </a:stretch>
          </a:blipFill>
          <a:ln cap="sq">
            <a:noFill/>
            <a:prstDash val="solid"/>
            <a:miter/>
          </a:ln>
        </p:spPr>
      </p:sp>
      <p:sp>
        <p:nvSpPr>
          <p:cNvPr name="Freeform 3" id="3"/>
          <p:cNvSpPr/>
          <p:nvPr/>
        </p:nvSpPr>
        <p:spPr>
          <a:xfrm flipH="false" flipV="false" rot="0">
            <a:off x="9402622" y="4760908"/>
            <a:ext cx="1629710" cy="1692586"/>
          </a:xfrm>
          <a:custGeom>
            <a:avLst/>
            <a:gdLst/>
            <a:ahLst/>
            <a:cxnLst/>
            <a:rect r="r" b="b" t="t" l="l"/>
            <a:pathLst>
              <a:path h="1692586" w="1629710">
                <a:moveTo>
                  <a:pt x="0" y="0"/>
                </a:moveTo>
                <a:lnTo>
                  <a:pt x="1629710" y="0"/>
                </a:lnTo>
                <a:lnTo>
                  <a:pt x="1629710" y="1692586"/>
                </a:lnTo>
                <a:lnTo>
                  <a:pt x="0" y="16925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6882175" y="4719986"/>
            <a:ext cx="1618338" cy="1680776"/>
          </a:xfrm>
          <a:custGeom>
            <a:avLst/>
            <a:gdLst/>
            <a:ahLst/>
            <a:cxnLst/>
            <a:rect r="r" b="b" t="t" l="l"/>
            <a:pathLst>
              <a:path h="1680776" w="1618338">
                <a:moveTo>
                  <a:pt x="1618338" y="0"/>
                </a:moveTo>
                <a:lnTo>
                  <a:pt x="0" y="0"/>
                </a:lnTo>
                <a:lnTo>
                  <a:pt x="0" y="1680776"/>
                </a:lnTo>
                <a:lnTo>
                  <a:pt x="1618338" y="1680776"/>
                </a:lnTo>
                <a:lnTo>
                  <a:pt x="161833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436887" y="4364938"/>
            <a:ext cx="965736" cy="2035824"/>
          </a:xfrm>
          <a:custGeom>
            <a:avLst/>
            <a:gdLst/>
            <a:ahLst/>
            <a:cxnLst/>
            <a:rect r="r" b="b" t="t" l="l"/>
            <a:pathLst>
              <a:path h="2035824" w="965736">
                <a:moveTo>
                  <a:pt x="0" y="0"/>
                </a:moveTo>
                <a:lnTo>
                  <a:pt x="965735" y="0"/>
                </a:lnTo>
                <a:lnTo>
                  <a:pt x="965735" y="2035824"/>
                </a:lnTo>
                <a:lnTo>
                  <a:pt x="0" y="20358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217477" y="5607201"/>
            <a:ext cx="317198" cy="272214"/>
          </a:xfrm>
          <a:custGeom>
            <a:avLst/>
            <a:gdLst/>
            <a:ahLst/>
            <a:cxnLst/>
            <a:rect r="r" b="b" t="t" l="l"/>
            <a:pathLst>
              <a:path h="272214" w="317198">
                <a:moveTo>
                  <a:pt x="0" y="0"/>
                </a:moveTo>
                <a:lnTo>
                  <a:pt x="317198" y="0"/>
                </a:lnTo>
                <a:lnTo>
                  <a:pt x="317198" y="272213"/>
                </a:lnTo>
                <a:lnTo>
                  <a:pt x="0" y="2722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6882175" y="5281285"/>
            <a:ext cx="325209" cy="279089"/>
          </a:xfrm>
          <a:custGeom>
            <a:avLst/>
            <a:gdLst/>
            <a:ahLst/>
            <a:cxnLst/>
            <a:rect r="r" b="b" t="t" l="l"/>
            <a:pathLst>
              <a:path h="279089" w="325209">
                <a:moveTo>
                  <a:pt x="325209" y="0"/>
                </a:moveTo>
                <a:lnTo>
                  <a:pt x="0" y="0"/>
                </a:lnTo>
                <a:lnTo>
                  <a:pt x="0" y="279089"/>
                </a:lnTo>
                <a:lnTo>
                  <a:pt x="325209" y="279089"/>
                </a:lnTo>
                <a:lnTo>
                  <a:pt x="325209"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7202496">
            <a:off x="7417989" y="4475707"/>
            <a:ext cx="353276" cy="303175"/>
          </a:xfrm>
          <a:custGeom>
            <a:avLst/>
            <a:gdLst/>
            <a:ahLst/>
            <a:cxnLst/>
            <a:rect r="r" b="b" t="t" l="l"/>
            <a:pathLst>
              <a:path h="303175" w="353276">
                <a:moveTo>
                  <a:pt x="0" y="0"/>
                </a:moveTo>
                <a:lnTo>
                  <a:pt x="353276" y="0"/>
                </a:lnTo>
                <a:lnTo>
                  <a:pt x="353276" y="303175"/>
                </a:lnTo>
                <a:lnTo>
                  <a:pt x="0" y="3031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9244023" y="5150569"/>
            <a:ext cx="317198" cy="272214"/>
          </a:xfrm>
          <a:custGeom>
            <a:avLst/>
            <a:gdLst/>
            <a:ahLst/>
            <a:cxnLst/>
            <a:rect r="r" b="b" t="t" l="l"/>
            <a:pathLst>
              <a:path h="272214" w="317198">
                <a:moveTo>
                  <a:pt x="0" y="0"/>
                </a:moveTo>
                <a:lnTo>
                  <a:pt x="317198" y="0"/>
                </a:lnTo>
                <a:lnTo>
                  <a:pt x="317198" y="272214"/>
                </a:lnTo>
                <a:lnTo>
                  <a:pt x="0" y="2722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true" flipV="false" rot="0">
            <a:off x="7532745" y="5661938"/>
            <a:ext cx="317198" cy="272214"/>
          </a:xfrm>
          <a:custGeom>
            <a:avLst/>
            <a:gdLst/>
            <a:ahLst/>
            <a:cxnLst/>
            <a:rect r="r" b="b" t="t" l="l"/>
            <a:pathLst>
              <a:path h="272214" w="317198">
                <a:moveTo>
                  <a:pt x="317198" y="0"/>
                </a:moveTo>
                <a:lnTo>
                  <a:pt x="0" y="0"/>
                </a:lnTo>
                <a:lnTo>
                  <a:pt x="0" y="272214"/>
                </a:lnTo>
                <a:lnTo>
                  <a:pt x="317198" y="272214"/>
                </a:lnTo>
                <a:lnTo>
                  <a:pt x="317198"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11032332" y="5150569"/>
            <a:ext cx="373493" cy="320525"/>
          </a:xfrm>
          <a:custGeom>
            <a:avLst/>
            <a:gdLst/>
            <a:ahLst/>
            <a:cxnLst/>
            <a:rect r="r" b="b" t="t" l="l"/>
            <a:pathLst>
              <a:path h="320525" w="373493">
                <a:moveTo>
                  <a:pt x="0" y="0"/>
                </a:moveTo>
                <a:lnTo>
                  <a:pt x="373493" y="0"/>
                </a:lnTo>
                <a:lnTo>
                  <a:pt x="373493" y="320525"/>
                </a:lnTo>
                <a:lnTo>
                  <a:pt x="0" y="3205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10105254" y="4583879"/>
            <a:ext cx="317198" cy="272214"/>
          </a:xfrm>
          <a:custGeom>
            <a:avLst/>
            <a:gdLst/>
            <a:ahLst/>
            <a:cxnLst/>
            <a:rect r="r" b="b" t="t" l="l"/>
            <a:pathLst>
              <a:path h="272214" w="317198">
                <a:moveTo>
                  <a:pt x="0" y="0"/>
                </a:moveTo>
                <a:lnTo>
                  <a:pt x="317198" y="0"/>
                </a:lnTo>
                <a:lnTo>
                  <a:pt x="317198" y="272214"/>
                </a:lnTo>
                <a:lnTo>
                  <a:pt x="0" y="27221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3" id="13"/>
          <p:cNvSpPr txBox="true"/>
          <p:nvPr/>
        </p:nvSpPr>
        <p:spPr>
          <a:xfrm rot="0">
            <a:off x="2804998" y="6410384"/>
            <a:ext cx="12678005" cy="1829908"/>
          </a:xfrm>
          <a:prstGeom prst="rect">
            <a:avLst/>
          </a:prstGeom>
        </p:spPr>
        <p:txBody>
          <a:bodyPr anchor="t" rtlCol="false" tIns="0" lIns="0" bIns="0" rIns="0">
            <a:spAutoFit/>
          </a:bodyPr>
          <a:lstStyle/>
          <a:p>
            <a:pPr algn="ctr" marL="0" indent="0" lvl="0">
              <a:lnSpc>
                <a:spcPts val="14766"/>
              </a:lnSpc>
              <a:spcBef>
                <a:spcPct val="0"/>
              </a:spcBef>
            </a:pPr>
            <a:r>
              <a:rPr lang="en-US" b="true" sz="10547">
                <a:solidFill>
                  <a:srgbClr val="C2DCFF"/>
                </a:solidFill>
                <a:latin typeface="The Seasons Bold"/>
                <a:ea typeface="The Seasons Bold"/>
                <a:cs typeface="The Seasons Bold"/>
                <a:sym typeface="The Seasons Bold"/>
              </a:rPr>
              <a:t>AAKRUTI</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C2DCFF"/>
        </a:solidFill>
      </p:bgPr>
    </p:bg>
    <p:spTree>
      <p:nvGrpSpPr>
        <p:cNvPr id="1" name=""/>
        <p:cNvGrpSpPr/>
        <p:nvPr/>
      </p:nvGrpSpPr>
      <p:grpSpPr>
        <a:xfrm>
          <a:off x="0" y="0"/>
          <a:ext cx="0" cy="0"/>
          <a:chOff x="0" y="0"/>
          <a:chExt cx="0" cy="0"/>
        </a:xfrm>
      </p:grpSpPr>
      <p:sp>
        <p:nvSpPr>
          <p:cNvPr name="TextBox 2" id="2"/>
          <p:cNvSpPr txBox="true"/>
          <p:nvPr/>
        </p:nvSpPr>
        <p:spPr>
          <a:xfrm rot="0">
            <a:off x="639090" y="394046"/>
            <a:ext cx="2530197" cy="2878137"/>
          </a:xfrm>
          <a:prstGeom prst="rect">
            <a:avLst/>
          </a:prstGeom>
        </p:spPr>
        <p:txBody>
          <a:bodyPr anchor="t" rtlCol="false" tIns="0" lIns="0" bIns="0" rIns="0">
            <a:spAutoFit/>
          </a:bodyPr>
          <a:lstStyle/>
          <a:p>
            <a:pPr algn="ctr">
              <a:lnSpc>
                <a:spcPts val="23537"/>
              </a:lnSpc>
              <a:spcBef>
                <a:spcPct val="0"/>
              </a:spcBef>
            </a:pPr>
            <a:r>
              <a:rPr lang="en-US" b="true" sz="16812">
                <a:solidFill>
                  <a:srgbClr val="04383F"/>
                </a:solidFill>
                <a:latin typeface="Playfair Display Bold"/>
                <a:ea typeface="Playfair Display Bold"/>
                <a:cs typeface="Playfair Display Bold"/>
                <a:sym typeface="Playfair Display Bold"/>
              </a:rPr>
              <a:t>Aa</a:t>
            </a:r>
          </a:p>
        </p:txBody>
      </p:sp>
      <p:sp>
        <p:nvSpPr>
          <p:cNvPr name="TextBox 3" id="3"/>
          <p:cNvSpPr txBox="true"/>
          <p:nvPr/>
        </p:nvSpPr>
        <p:spPr>
          <a:xfrm rot="0">
            <a:off x="4296966" y="1501257"/>
            <a:ext cx="3295055" cy="661035"/>
          </a:xfrm>
          <a:prstGeom prst="rect">
            <a:avLst/>
          </a:prstGeom>
        </p:spPr>
        <p:txBody>
          <a:bodyPr anchor="t" rtlCol="false" tIns="0" lIns="0" bIns="0" rIns="0">
            <a:spAutoFit/>
          </a:bodyPr>
          <a:lstStyle/>
          <a:p>
            <a:pPr algn="ctr">
              <a:lnSpc>
                <a:spcPts val="5040"/>
              </a:lnSpc>
              <a:spcBef>
                <a:spcPct val="0"/>
              </a:spcBef>
            </a:pPr>
            <a:r>
              <a:rPr lang="en-US" sz="3600">
                <a:solidFill>
                  <a:srgbClr val="0C6980"/>
                </a:solidFill>
                <a:latin typeface="Hatton"/>
                <a:ea typeface="Hatton"/>
                <a:cs typeface="Hatton"/>
                <a:sym typeface="Hatton"/>
              </a:rPr>
              <a:t>PlayFair Display</a:t>
            </a:r>
          </a:p>
        </p:txBody>
      </p:sp>
      <p:sp>
        <p:nvSpPr>
          <p:cNvPr name="TextBox 4" id="4"/>
          <p:cNvSpPr txBox="true"/>
          <p:nvPr/>
        </p:nvSpPr>
        <p:spPr>
          <a:xfrm rot="0">
            <a:off x="4296966" y="2262940"/>
            <a:ext cx="942261" cy="401321"/>
          </a:xfrm>
          <a:prstGeom prst="rect">
            <a:avLst/>
          </a:prstGeom>
        </p:spPr>
        <p:txBody>
          <a:bodyPr anchor="t" rtlCol="false" tIns="0" lIns="0" bIns="0" rIns="0">
            <a:spAutoFit/>
          </a:bodyPr>
          <a:lstStyle/>
          <a:p>
            <a:pPr algn="ctr">
              <a:lnSpc>
                <a:spcPts val="3079"/>
              </a:lnSpc>
              <a:spcBef>
                <a:spcPct val="0"/>
              </a:spcBef>
            </a:pPr>
            <a:r>
              <a:rPr lang="en-US" sz="2199">
                <a:solidFill>
                  <a:srgbClr val="04383F"/>
                </a:solidFill>
                <a:latin typeface="Hatton"/>
                <a:ea typeface="Hatton"/>
                <a:cs typeface="Hatton"/>
                <a:sym typeface="Hatton"/>
              </a:rPr>
              <a:t>LOGO</a:t>
            </a:r>
          </a:p>
        </p:txBody>
      </p:sp>
      <p:sp>
        <p:nvSpPr>
          <p:cNvPr name="TextBox 5" id="5"/>
          <p:cNvSpPr txBox="true"/>
          <p:nvPr/>
        </p:nvSpPr>
        <p:spPr>
          <a:xfrm rot="0">
            <a:off x="574273" y="5135807"/>
            <a:ext cx="2583894" cy="3040380"/>
          </a:xfrm>
          <a:prstGeom prst="rect">
            <a:avLst/>
          </a:prstGeom>
        </p:spPr>
        <p:txBody>
          <a:bodyPr anchor="t" rtlCol="false" tIns="0" lIns="0" bIns="0" rIns="0">
            <a:spAutoFit/>
          </a:bodyPr>
          <a:lstStyle/>
          <a:p>
            <a:pPr algn="ctr">
              <a:lnSpc>
                <a:spcPts val="23520"/>
              </a:lnSpc>
              <a:spcBef>
                <a:spcPct val="0"/>
              </a:spcBef>
            </a:pPr>
            <a:r>
              <a:rPr lang="en-US" sz="16800">
                <a:solidFill>
                  <a:srgbClr val="04383F"/>
                </a:solidFill>
                <a:latin typeface="Hatton"/>
                <a:ea typeface="Hatton"/>
                <a:cs typeface="Hatton"/>
                <a:sym typeface="Hatton"/>
              </a:rPr>
              <a:t>Aa</a:t>
            </a:r>
          </a:p>
        </p:txBody>
      </p:sp>
      <p:sp>
        <p:nvSpPr>
          <p:cNvPr name="TextBox 6" id="6"/>
          <p:cNvSpPr txBox="true"/>
          <p:nvPr/>
        </p:nvSpPr>
        <p:spPr>
          <a:xfrm rot="0">
            <a:off x="4296966" y="6237849"/>
            <a:ext cx="1473637" cy="661035"/>
          </a:xfrm>
          <a:prstGeom prst="rect">
            <a:avLst/>
          </a:prstGeom>
        </p:spPr>
        <p:txBody>
          <a:bodyPr anchor="t" rtlCol="false" tIns="0" lIns="0" bIns="0" rIns="0">
            <a:spAutoFit/>
          </a:bodyPr>
          <a:lstStyle/>
          <a:p>
            <a:pPr algn="ctr">
              <a:lnSpc>
                <a:spcPts val="5040"/>
              </a:lnSpc>
              <a:spcBef>
                <a:spcPct val="0"/>
              </a:spcBef>
            </a:pPr>
            <a:r>
              <a:rPr lang="en-US" sz="3600">
                <a:solidFill>
                  <a:srgbClr val="0C6980"/>
                </a:solidFill>
                <a:latin typeface="Hatton"/>
                <a:ea typeface="Hatton"/>
                <a:cs typeface="Hatton"/>
                <a:sym typeface="Hatton"/>
              </a:rPr>
              <a:t>Hatton</a:t>
            </a:r>
          </a:p>
        </p:txBody>
      </p:sp>
      <p:sp>
        <p:nvSpPr>
          <p:cNvPr name="TextBox 7" id="7"/>
          <p:cNvSpPr txBox="true"/>
          <p:nvPr/>
        </p:nvSpPr>
        <p:spPr>
          <a:xfrm rot="0">
            <a:off x="4296966" y="7000965"/>
            <a:ext cx="1416872" cy="401321"/>
          </a:xfrm>
          <a:prstGeom prst="rect">
            <a:avLst/>
          </a:prstGeom>
        </p:spPr>
        <p:txBody>
          <a:bodyPr anchor="t" rtlCol="false" tIns="0" lIns="0" bIns="0" rIns="0">
            <a:spAutoFit/>
          </a:bodyPr>
          <a:lstStyle/>
          <a:p>
            <a:pPr algn="l">
              <a:lnSpc>
                <a:spcPts val="3079"/>
              </a:lnSpc>
              <a:spcBef>
                <a:spcPct val="0"/>
              </a:spcBef>
            </a:pPr>
            <a:r>
              <a:rPr lang="en-US" sz="2199">
                <a:solidFill>
                  <a:srgbClr val="04383F"/>
                </a:solidFill>
                <a:latin typeface="Hatton"/>
                <a:ea typeface="Hatton"/>
                <a:cs typeface="Hatton"/>
                <a:sym typeface="Hatton"/>
              </a:rPr>
              <a:t>TAGLINE</a:t>
            </a:r>
          </a:p>
        </p:txBody>
      </p:sp>
      <p:sp>
        <p:nvSpPr>
          <p:cNvPr name="TextBox 8" id="8"/>
          <p:cNvSpPr txBox="true"/>
          <p:nvPr/>
        </p:nvSpPr>
        <p:spPr>
          <a:xfrm rot="0">
            <a:off x="8482235" y="551615"/>
            <a:ext cx="4266980" cy="2887980"/>
          </a:xfrm>
          <a:prstGeom prst="rect">
            <a:avLst/>
          </a:prstGeom>
        </p:spPr>
        <p:txBody>
          <a:bodyPr anchor="t" rtlCol="false" tIns="0" lIns="0" bIns="0" rIns="0">
            <a:spAutoFit/>
          </a:bodyPr>
          <a:lstStyle/>
          <a:p>
            <a:pPr algn="ctr">
              <a:lnSpc>
                <a:spcPts val="23520"/>
              </a:lnSpc>
              <a:spcBef>
                <a:spcPct val="0"/>
              </a:spcBef>
            </a:pPr>
            <a:r>
              <a:rPr lang="en-US" sz="16800">
                <a:solidFill>
                  <a:srgbClr val="04383F"/>
                </a:solidFill>
                <a:latin typeface="The Seasons"/>
                <a:ea typeface="The Seasons"/>
                <a:cs typeface="The Seasons"/>
                <a:sym typeface="The Seasons"/>
              </a:rPr>
              <a:t>Aa</a:t>
            </a:r>
          </a:p>
        </p:txBody>
      </p:sp>
      <p:sp>
        <p:nvSpPr>
          <p:cNvPr name="TextBox 9" id="9"/>
          <p:cNvSpPr txBox="true"/>
          <p:nvPr/>
        </p:nvSpPr>
        <p:spPr>
          <a:xfrm rot="0">
            <a:off x="12749215" y="1635947"/>
            <a:ext cx="2550795" cy="632460"/>
          </a:xfrm>
          <a:prstGeom prst="rect">
            <a:avLst/>
          </a:prstGeom>
        </p:spPr>
        <p:txBody>
          <a:bodyPr anchor="t" rtlCol="false" tIns="0" lIns="0" bIns="0" rIns="0">
            <a:spAutoFit/>
          </a:bodyPr>
          <a:lstStyle/>
          <a:p>
            <a:pPr algn="ctr">
              <a:lnSpc>
                <a:spcPts val="5040"/>
              </a:lnSpc>
              <a:spcBef>
                <a:spcPct val="0"/>
              </a:spcBef>
            </a:pPr>
            <a:r>
              <a:rPr lang="en-US" sz="3600">
                <a:solidFill>
                  <a:srgbClr val="0C6980"/>
                </a:solidFill>
                <a:latin typeface="The Seasons"/>
                <a:ea typeface="The Seasons"/>
                <a:cs typeface="The Seasons"/>
                <a:sym typeface="The Seasons"/>
              </a:rPr>
              <a:t>The Seasons</a:t>
            </a:r>
          </a:p>
        </p:txBody>
      </p:sp>
      <p:sp>
        <p:nvSpPr>
          <p:cNvPr name="TextBox 10" id="10"/>
          <p:cNvSpPr txBox="true"/>
          <p:nvPr/>
        </p:nvSpPr>
        <p:spPr>
          <a:xfrm rot="0">
            <a:off x="12831071" y="2262940"/>
            <a:ext cx="1698188" cy="401321"/>
          </a:xfrm>
          <a:prstGeom prst="rect">
            <a:avLst/>
          </a:prstGeom>
        </p:spPr>
        <p:txBody>
          <a:bodyPr anchor="t" rtlCol="false" tIns="0" lIns="0" bIns="0" rIns="0">
            <a:spAutoFit/>
          </a:bodyPr>
          <a:lstStyle/>
          <a:p>
            <a:pPr algn="ctr">
              <a:lnSpc>
                <a:spcPts val="3079"/>
              </a:lnSpc>
              <a:spcBef>
                <a:spcPct val="0"/>
              </a:spcBef>
            </a:pPr>
            <a:r>
              <a:rPr lang="en-US" sz="2199">
                <a:solidFill>
                  <a:srgbClr val="04383F"/>
                </a:solidFill>
                <a:latin typeface="Hatton"/>
                <a:ea typeface="Hatton"/>
                <a:cs typeface="Hatton"/>
                <a:sym typeface="Hatton"/>
              </a:rPr>
              <a:t>PARAGRAPH</a:t>
            </a:r>
          </a:p>
        </p:txBody>
      </p:sp>
      <p:sp>
        <p:nvSpPr>
          <p:cNvPr name="TextBox 11" id="11"/>
          <p:cNvSpPr txBox="true"/>
          <p:nvPr/>
        </p:nvSpPr>
        <p:spPr>
          <a:xfrm rot="0">
            <a:off x="9583037" y="5033889"/>
            <a:ext cx="2065377" cy="2868930"/>
          </a:xfrm>
          <a:prstGeom prst="rect">
            <a:avLst/>
          </a:prstGeom>
        </p:spPr>
        <p:txBody>
          <a:bodyPr anchor="t" rtlCol="false" tIns="0" lIns="0" bIns="0" rIns="0">
            <a:spAutoFit/>
          </a:bodyPr>
          <a:lstStyle/>
          <a:p>
            <a:pPr algn="ctr">
              <a:lnSpc>
                <a:spcPts val="23520"/>
              </a:lnSpc>
              <a:spcBef>
                <a:spcPct val="0"/>
              </a:spcBef>
            </a:pPr>
            <a:r>
              <a:rPr lang="en-US" sz="16800">
                <a:solidFill>
                  <a:srgbClr val="04383F"/>
                </a:solidFill>
                <a:latin typeface="Anton"/>
                <a:ea typeface="Anton"/>
                <a:cs typeface="Anton"/>
                <a:sym typeface="Anton"/>
              </a:rPr>
              <a:t>Aa</a:t>
            </a:r>
          </a:p>
        </p:txBody>
      </p:sp>
      <p:sp>
        <p:nvSpPr>
          <p:cNvPr name="TextBox 12" id="12"/>
          <p:cNvSpPr txBox="true"/>
          <p:nvPr/>
        </p:nvSpPr>
        <p:spPr>
          <a:xfrm rot="0">
            <a:off x="12749215" y="7000965"/>
            <a:ext cx="1861899" cy="401321"/>
          </a:xfrm>
          <a:prstGeom prst="rect">
            <a:avLst/>
          </a:prstGeom>
        </p:spPr>
        <p:txBody>
          <a:bodyPr anchor="t" rtlCol="false" tIns="0" lIns="0" bIns="0" rIns="0">
            <a:spAutoFit/>
          </a:bodyPr>
          <a:lstStyle/>
          <a:p>
            <a:pPr algn="ctr">
              <a:lnSpc>
                <a:spcPts val="3079"/>
              </a:lnSpc>
              <a:spcBef>
                <a:spcPct val="0"/>
              </a:spcBef>
            </a:pPr>
            <a:r>
              <a:rPr lang="en-US" sz="2199">
                <a:solidFill>
                  <a:srgbClr val="04383F"/>
                </a:solidFill>
                <a:latin typeface="Hatton"/>
                <a:ea typeface="Hatton"/>
                <a:cs typeface="Hatton"/>
                <a:sym typeface="Hatton"/>
              </a:rPr>
              <a:t>PROMOTION</a:t>
            </a:r>
          </a:p>
        </p:txBody>
      </p:sp>
      <p:sp>
        <p:nvSpPr>
          <p:cNvPr name="TextBox 13" id="13"/>
          <p:cNvSpPr txBox="true"/>
          <p:nvPr/>
        </p:nvSpPr>
        <p:spPr>
          <a:xfrm rot="0">
            <a:off x="12791414" y="6275949"/>
            <a:ext cx="1044773" cy="622935"/>
          </a:xfrm>
          <a:prstGeom prst="rect">
            <a:avLst/>
          </a:prstGeom>
        </p:spPr>
        <p:txBody>
          <a:bodyPr anchor="t" rtlCol="false" tIns="0" lIns="0" bIns="0" rIns="0">
            <a:spAutoFit/>
          </a:bodyPr>
          <a:lstStyle/>
          <a:p>
            <a:pPr algn="ctr">
              <a:lnSpc>
                <a:spcPts val="5040"/>
              </a:lnSpc>
              <a:spcBef>
                <a:spcPct val="0"/>
              </a:spcBef>
            </a:pPr>
            <a:r>
              <a:rPr lang="en-US" sz="3600">
                <a:solidFill>
                  <a:srgbClr val="0C6980"/>
                </a:solidFill>
                <a:latin typeface="Anton"/>
                <a:ea typeface="Anton"/>
                <a:cs typeface="Anton"/>
                <a:sym typeface="Anton"/>
              </a:rPr>
              <a:t>Anton</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84557" y="0"/>
            <a:ext cx="4559443" cy="10309386"/>
            <a:chOff x="0" y="0"/>
            <a:chExt cx="1200841" cy="2715229"/>
          </a:xfrm>
        </p:grpSpPr>
        <p:sp>
          <p:nvSpPr>
            <p:cNvPr name="Freeform 3" id="3"/>
            <p:cNvSpPr/>
            <p:nvPr/>
          </p:nvSpPr>
          <p:spPr>
            <a:xfrm flipH="false" flipV="false" rot="0">
              <a:off x="0" y="0"/>
              <a:ext cx="1200841" cy="2715229"/>
            </a:xfrm>
            <a:custGeom>
              <a:avLst/>
              <a:gdLst/>
              <a:ahLst/>
              <a:cxnLst/>
              <a:rect r="r" b="b" t="t" l="l"/>
              <a:pathLst>
                <a:path h="2715229" w="1200841">
                  <a:moveTo>
                    <a:pt x="0" y="0"/>
                  </a:moveTo>
                  <a:lnTo>
                    <a:pt x="1200841" y="0"/>
                  </a:lnTo>
                  <a:lnTo>
                    <a:pt x="1200841" y="2715229"/>
                  </a:lnTo>
                  <a:lnTo>
                    <a:pt x="0" y="2715229"/>
                  </a:lnTo>
                  <a:close/>
                </a:path>
              </a:pathLst>
            </a:custGeom>
            <a:solidFill>
              <a:srgbClr val="0C6980"/>
            </a:solidFill>
          </p:spPr>
        </p:sp>
        <p:sp>
          <p:nvSpPr>
            <p:cNvPr name="TextBox 4" id="4"/>
            <p:cNvSpPr txBox="true"/>
            <p:nvPr/>
          </p:nvSpPr>
          <p:spPr>
            <a:xfrm>
              <a:off x="0" y="-38100"/>
              <a:ext cx="1200841" cy="27533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144000" y="0"/>
            <a:ext cx="4561923" cy="10309386"/>
            <a:chOff x="0" y="0"/>
            <a:chExt cx="1201494" cy="2715229"/>
          </a:xfrm>
        </p:grpSpPr>
        <p:sp>
          <p:nvSpPr>
            <p:cNvPr name="Freeform 6" id="6"/>
            <p:cNvSpPr/>
            <p:nvPr/>
          </p:nvSpPr>
          <p:spPr>
            <a:xfrm flipH="false" flipV="false" rot="0">
              <a:off x="0" y="0"/>
              <a:ext cx="1201494" cy="2715229"/>
            </a:xfrm>
            <a:custGeom>
              <a:avLst/>
              <a:gdLst/>
              <a:ahLst/>
              <a:cxnLst/>
              <a:rect r="r" b="b" t="t" l="l"/>
              <a:pathLst>
                <a:path h="2715229" w="1201494">
                  <a:moveTo>
                    <a:pt x="0" y="0"/>
                  </a:moveTo>
                  <a:lnTo>
                    <a:pt x="1201494" y="0"/>
                  </a:lnTo>
                  <a:lnTo>
                    <a:pt x="1201494" y="2715229"/>
                  </a:lnTo>
                  <a:lnTo>
                    <a:pt x="0" y="2715229"/>
                  </a:lnTo>
                  <a:close/>
                </a:path>
              </a:pathLst>
            </a:custGeom>
            <a:solidFill>
              <a:srgbClr val="66ACBC"/>
            </a:solidFill>
          </p:spPr>
        </p:sp>
        <p:sp>
          <p:nvSpPr>
            <p:cNvPr name="TextBox 7" id="7"/>
            <p:cNvSpPr txBox="true"/>
            <p:nvPr/>
          </p:nvSpPr>
          <p:spPr>
            <a:xfrm>
              <a:off x="0" y="-38100"/>
              <a:ext cx="1201494" cy="27533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4584557" cy="10309386"/>
            <a:chOff x="0" y="0"/>
            <a:chExt cx="1207455" cy="2715229"/>
          </a:xfrm>
        </p:grpSpPr>
        <p:sp>
          <p:nvSpPr>
            <p:cNvPr name="Freeform 9" id="9"/>
            <p:cNvSpPr/>
            <p:nvPr/>
          </p:nvSpPr>
          <p:spPr>
            <a:xfrm flipH="false" flipV="false" rot="0">
              <a:off x="0" y="0"/>
              <a:ext cx="1207455" cy="2715229"/>
            </a:xfrm>
            <a:custGeom>
              <a:avLst/>
              <a:gdLst/>
              <a:ahLst/>
              <a:cxnLst/>
              <a:rect r="r" b="b" t="t" l="l"/>
              <a:pathLst>
                <a:path h="2715229" w="1207455">
                  <a:moveTo>
                    <a:pt x="0" y="0"/>
                  </a:moveTo>
                  <a:lnTo>
                    <a:pt x="1207455" y="0"/>
                  </a:lnTo>
                  <a:lnTo>
                    <a:pt x="1207455" y="2715229"/>
                  </a:lnTo>
                  <a:lnTo>
                    <a:pt x="0" y="2715229"/>
                  </a:lnTo>
                  <a:close/>
                </a:path>
              </a:pathLst>
            </a:custGeom>
            <a:solidFill>
              <a:srgbClr val="04383F"/>
            </a:solidFill>
          </p:spPr>
        </p:sp>
        <p:sp>
          <p:nvSpPr>
            <p:cNvPr name="TextBox 10" id="10"/>
            <p:cNvSpPr txBox="true"/>
            <p:nvPr/>
          </p:nvSpPr>
          <p:spPr>
            <a:xfrm>
              <a:off x="0" y="-38100"/>
              <a:ext cx="1207455" cy="27533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705923" y="-22386"/>
            <a:ext cx="4582077" cy="10309386"/>
            <a:chOff x="0" y="0"/>
            <a:chExt cx="1206802" cy="2715229"/>
          </a:xfrm>
        </p:grpSpPr>
        <p:sp>
          <p:nvSpPr>
            <p:cNvPr name="Freeform 12" id="12"/>
            <p:cNvSpPr/>
            <p:nvPr/>
          </p:nvSpPr>
          <p:spPr>
            <a:xfrm flipH="false" flipV="false" rot="0">
              <a:off x="0" y="0"/>
              <a:ext cx="1206802" cy="2715229"/>
            </a:xfrm>
            <a:custGeom>
              <a:avLst/>
              <a:gdLst/>
              <a:ahLst/>
              <a:cxnLst/>
              <a:rect r="r" b="b" t="t" l="l"/>
              <a:pathLst>
                <a:path h="2715229" w="1206802">
                  <a:moveTo>
                    <a:pt x="0" y="0"/>
                  </a:moveTo>
                  <a:lnTo>
                    <a:pt x="1206802" y="0"/>
                  </a:lnTo>
                  <a:lnTo>
                    <a:pt x="1206802" y="2715229"/>
                  </a:lnTo>
                  <a:lnTo>
                    <a:pt x="0" y="2715229"/>
                  </a:lnTo>
                  <a:close/>
                </a:path>
              </a:pathLst>
            </a:custGeom>
            <a:solidFill>
              <a:srgbClr val="C2DCFF"/>
            </a:solidFill>
          </p:spPr>
        </p:sp>
        <p:sp>
          <p:nvSpPr>
            <p:cNvPr name="TextBox 13" id="13"/>
            <p:cNvSpPr txBox="true"/>
            <p:nvPr/>
          </p:nvSpPr>
          <p:spPr>
            <a:xfrm>
              <a:off x="0" y="-38100"/>
              <a:ext cx="1206802" cy="2753329"/>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F5357">
                <a:alpha val="100000"/>
              </a:srgbClr>
            </a:gs>
            <a:gs pos="100000">
              <a:srgbClr val="76BBEE">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2084177" y="-1328556"/>
            <a:ext cx="7886716" cy="11752754"/>
          </a:xfrm>
          <a:custGeom>
            <a:avLst/>
            <a:gdLst/>
            <a:ahLst/>
            <a:cxnLst/>
            <a:rect r="r" b="b" t="t" l="l"/>
            <a:pathLst>
              <a:path h="11752754" w="7886716">
                <a:moveTo>
                  <a:pt x="0" y="0"/>
                </a:moveTo>
                <a:lnTo>
                  <a:pt x="7886717" y="0"/>
                </a:lnTo>
                <a:lnTo>
                  <a:pt x="7886717" y="11752754"/>
                </a:lnTo>
                <a:lnTo>
                  <a:pt x="0" y="11752754"/>
                </a:lnTo>
                <a:lnTo>
                  <a:pt x="0" y="0"/>
                </a:lnTo>
                <a:close/>
              </a:path>
            </a:pathLst>
          </a:custGeom>
          <a:blipFill>
            <a:blip r:embed="rId2"/>
            <a:stretch>
              <a:fillRect l="0" t="0" r="0" b="0"/>
            </a:stretch>
          </a:blipFill>
        </p:spPr>
      </p:sp>
      <p:sp>
        <p:nvSpPr>
          <p:cNvPr name="TextBox 3" id="3"/>
          <p:cNvSpPr txBox="true"/>
          <p:nvPr/>
        </p:nvSpPr>
        <p:spPr>
          <a:xfrm rot="0">
            <a:off x="4596438" y="3238352"/>
            <a:ext cx="13260599" cy="1517072"/>
          </a:xfrm>
          <a:prstGeom prst="rect">
            <a:avLst/>
          </a:prstGeom>
        </p:spPr>
        <p:txBody>
          <a:bodyPr anchor="t" rtlCol="false" tIns="0" lIns="0" bIns="0" rIns="0">
            <a:spAutoFit/>
          </a:bodyPr>
          <a:lstStyle/>
          <a:p>
            <a:pPr algn="ctr" marL="0" indent="0" lvl="0">
              <a:lnSpc>
                <a:spcPts val="12456"/>
              </a:lnSpc>
              <a:spcBef>
                <a:spcPct val="0"/>
              </a:spcBef>
            </a:pPr>
            <a:r>
              <a:rPr lang="en-US" b="true" sz="8897">
                <a:solidFill>
                  <a:srgbClr val="C2DCFF"/>
                </a:solidFill>
                <a:latin typeface="Playfair Display Bold"/>
                <a:ea typeface="Playfair Display Bold"/>
                <a:cs typeface="Playfair Display Bold"/>
                <a:sym typeface="Playfair Display Bold"/>
              </a:rPr>
              <a:t>AAKRUTI</a:t>
            </a:r>
          </a:p>
        </p:txBody>
      </p:sp>
      <p:sp>
        <p:nvSpPr>
          <p:cNvPr name="Freeform 4" id="4"/>
          <p:cNvSpPr/>
          <p:nvPr/>
        </p:nvSpPr>
        <p:spPr>
          <a:xfrm flipH="false" flipV="false" rot="0">
            <a:off x="13556206" y="271987"/>
            <a:ext cx="5112812" cy="10287000"/>
          </a:xfrm>
          <a:custGeom>
            <a:avLst/>
            <a:gdLst/>
            <a:ahLst/>
            <a:cxnLst/>
            <a:rect r="r" b="b" t="t" l="l"/>
            <a:pathLst>
              <a:path h="10287000" w="5112812">
                <a:moveTo>
                  <a:pt x="0" y="0"/>
                </a:moveTo>
                <a:lnTo>
                  <a:pt x="5112811" y="0"/>
                </a:lnTo>
                <a:lnTo>
                  <a:pt x="5112811" y="10287000"/>
                </a:lnTo>
                <a:lnTo>
                  <a:pt x="0" y="10287000"/>
                </a:lnTo>
                <a:lnTo>
                  <a:pt x="0" y="0"/>
                </a:lnTo>
                <a:close/>
              </a:path>
            </a:pathLst>
          </a:custGeom>
          <a:blipFill>
            <a:blip r:embed="rId3">
              <a:alphaModFix amt="31000"/>
            </a:blip>
            <a:stretch>
              <a:fillRect l="-43367" t="0" r="-43367" b="0"/>
            </a:stretch>
          </a:blipFill>
        </p:spPr>
      </p:sp>
      <p:sp>
        <p:nvSpPr>
          <p:cNvPr name="AutoShape 5" id="5"/>
          <p:cNvSpPr/>
          <p:nvPr/>
        </p:nvSpPr>
        <p:spPr>
          <a:xfrm>
            <a:off x="8408542" y="4755423"/>
            <a:ext cx="5521829" cy="0"/>
          </a:xfrm>
          <a:prstGeom prst="line">
            <a:avLst/>
          </a:prstGeom>
          <a:ln cap="flat" w="38100">
            <a:solidFill>
              <a:srgbClr val="C2DCFF"/>
            </a:solidFill>
            <a:prstDash val="solid"/>
            <a:headEnd type="none" len="sm" w="sm"/>
            <a:tailEnd type="none" len="sm" w="sm"/>
          </a:ln>
        </p:spPr>
      </p:sp>
      <p:sp>
        <p:nvSpPr>
          <p:cNvPr name="Freeform 6" id="6"/>
          <p:cNvSpPr/>
          <p:nvPr/>
        </p:nvSpPr>
        <p:spPr>
          <a:xfrm flipH="true" flipV="false" rot="0">
            <a:off x="6413219" y="6288797"/>
            <a:ext cx="4813519" cy="4813519"/>
          </a:xfrm>
          <a:custGeom>
            <a:avLst/>
            <a:gdLst/>
            <a:ahLst/>
            <a:cxnLst/>
            <a:rect r="r" b="b" t="t" l="l"/>
            <a:pathLst>
              <a:path h="4813519" w="4813519">
                <a:moveTo>
                  <a:pt x="4813519" y="0"/>
                </a:moveTo>
                <a:lnTo>
                  <a:pt x="0" y="0"/>
                </a:lnTo>
                <a:lnTo>
                  <a:pt x="0" y="4813519"/>
                </a:lnTo>
                <a:lnTo>
                  <a:pt x="4813519" y="4813519"/>
                </a:lnTo>
                <a:lnTo>
                  <a:pt x="4813519" y="0"/>
                </a:lnTo>
                <a:close/>
              </a:path>
            </a:pathLst>
          </a:custGeom>
          <a:blipFill>
            <a:blip r:embed="rId4"/>
            <a:stretch>
              <a:fillRect l="0" t="0" r="0" b="0"/>
            </a:stretch>
          </a:blipFill>
        </p:spPr>
      </p:sp>
      <p:sp>
        <p:nvSpPr>
          <p:cNvPr name="Freeform 7" id="7"/>
          <p:cNvSpPr/>
          <p:nvPr/>
        </p:nvSpPr>
        <p:spPr>
          <a:xfrm flipH="false" flipV="false" rot="0">
            <a:off x="2029408" y="1150441"/>
            <a:ext cx="5359136" cy="10575361"/>
          </a:xfrm>
          <a:custGeom>
            <a:avLst/>
            <a:gdLst/>
            <a:ahLst/>
            <a:cxnLst/>
            <a:rect r="r" b="b" t="t" l="l"/>
            <a:pathLst>
              <a:path h="10575361" w="5359136">
                <a:moveTo>
                  <a:pt x="0" y="0"/>
                </a:moveTo>
                <a:lnTo>
                  <a:pt x="5359136" y="0"/>
                </a:lnTo>
                <a:lnTo>
                  <a:pt x="5359136" y="10575361"/>
                </a:lnTo>
                <a:lnTo>
                  <a:pt x="0" y="10575361"/>
                </a:lnTo>
                <a:lnTo>
                  <a:pt x="0" y="0"/>
                </a:lnTo>
                <a:close/>
              </a:path>
            </a:pathLst>
          </a:custGeom>
          <a:blipFill>
            <a:blip r:embed="rId5"/>
            <a:stretch>
              <a:fillRect l="0" t="0" r="0" b="0"/>
            </a:stretch>
          </a:blipFill>
        </p:spPr>
      </p:sp>
      <p:sp>
        <p:nvSpPr>
          <p:cNvPr name="Freeform 8" id="8"/>
          <p:cNvSpPr/>
          <p:nvPr/>
        </p:nvSpPr>
        <p:spPr>
          <a:xfrm flipH="false" flipV="false" rot="0">
            <a:off x="10495173" y="478536"/>
            <a:ext cx="1386045" cy="3013141"/>
          </a:xfrm>
          <a:custGeom>
            <a:avLst/>
            <a:gdLst/>
            <a:ahLst/>
            <a:cxnLst/>
            <a:rect r="r" b="b" t="t" l="l"/>
            <a:pathLst>
              <a:path h="3013141" w="1386045">
                <a:moveTo>
                  <a:pt x="0" y="0"/>
                </a:moveTo>
                <a:lnTo>
                  <a:pt x="1386045" y="0"/>
                </a:lnTo>
                <a:lnTo>
                  <a:pt x="1386045" y="3013141"/>
                </a:lnTo>
                <a:lnTo>
                  <a:pt x="0" y="3013141"/>
                </a:lnTo>
                <a:lnTo>
                  <a:pt x="0" y="0"/>
                </a:lnTo>
                <a:close/>
              </a:path>
            </a:pathLst>
          </a:custGeom>
          <a:blipFill>
            <a:blip r:embed="rId6"/>
            <a:stretch>
              <a:fillRect l="0" t="0" r="0" b="0"/>
            </a:stretch>
          </a:blipFill>
          <a:ln cap="sq">
            <a:noFill/>
            <a:prstDash val="solid"/>
            <a:miter/>
          </a:ln>
        </p:spPr>
      </p:sp>
      <p:sp>
        <p:nvSpPr>
          <p:cNvPr name="Freeform 9" id="9"/>
          <p:cNvSpPr/>
          <p:nvPr/>
        </p:nvSpPr>
        <p:spPr>
          <a:xfrm flipH="false" flipV="false" rot="0">
            <a:off x="11493315" y="2538981"/>
            <a:ext cx="899716" cy="934428"/>
          </a:xfrm>
          <a:custGeom>
            <a:avLst/>
            <a:gdLst/>
            <a:ahLst/>
            <a:cxnLst/>
            <a:rect r="r" b="b" t="t" l="l"/>
            <a:pathLst>
              <a:path h="934428" w="899716">
                <a:moveTo>
                  <a:pt x="0" y="0"/>
                </a:moveTo>
                <a:lnTo>
                  <a:pt x="899717" y="0"/>
                </a:lnTo>
                <a:lnTo>
                  <a:pt x="899717" y="934428"/>
                </a:lnTo>
                <a:lnTo>
                  <a:pt x="0" y="934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0">
            <a:off x="10101849" y="2516389"/>
            <a:ext cx="893438" cy="927908"/>
          </a:xfrm>
          <a:custGeom>
            <a:avLst/>
            <a:gdLst/>
            <a:ahLst/>
            <a:cxnLst/>
            <a:rect r="r" b="b" t="t" l="l"/>
            <a:pathLst>
              <a:path h="927908" w="893438">
                <a:moveTo>
                  <a:pt x="893438" y="0"/>
                </a:moveTo>
                <a:lnTo>
                  <a:pt x="0" y="0"/>
                </a:lnTo>
                <a:lnTo>
                  <a:pt x="0" y="927908"/>
                </a:lnTo>
                <a:lnTo>
                  <a:pt x="893438" y="927908"/>
                </a:lnTo>
                <a:lnTo>
                  <a:pt x="89343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0960161" y="2320377"/>
            <a:ext cx="533155" cy="1123920"/>
          </a:xfrm>
          <a:custGeom>
            <a:avLst/>
            <a:gdLst/>
            <a:ahLst/>
            <a:cxnLst/>
            <a:rect r="r" b="b" t="t" l="l"/>
            <a:pathLst>
              <a:path h="1123920" w="533155">
                <a:moveTo>
                  <a:pt x="0" y="0"/>
                </a:moveTo>
                <a:lnTo>
                  <a:pt x="533154" y="0"/>
                </a:lnTo>
                <a:lnTo>
                  <a:pt x="533154" y="1123920"/>
                </a:lnTo>
                <a:lnTo>
                  <a:pt x="0" y="112392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1943174" y="3006195"/>
            <a:ext cx="175116" cy="150281"/>
          </a:xfrm>
          <a:custGeom>
            <a:avLst/>
            <a:gdLst/>
            <a:ahLst/>
            <a:cxnLst/>
            <a:rect r="r" b="b" t="t" l="l"/>
            <a:pathLst>
              <a:path h="150281" w="175116">
                <a:moveTo>
                  <a:pt x="0" y="0"/>
                </a:moveTo>
                <a:lnTo>
                  <a:pt x="175116" y="0"/>
                </a:lnTo>
                <a:lnTo>
                  <a:pt x="175116" y="150281"/>
                </a:lnTo>
                <a:lnTo>
                  <a:pt x="0" y="15028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true" flipV="false" rot="0">
            <a:off x="10101849" y="2826266"/>
            <a:ext cx="179539" cy="154077"/>
          </a:xfrm>
          <a:custGeom>
            <a:avLst/>
            <a:gdLst/>
            <a:ahLst/>
            <a:cxnLst/>
            <a:rect r="r" b="b" t="t" l="l"/>
            <a:pathLst>
              <a:path h="154077" w="179539">
                <a:moveTo>
                  <a:pt x="179538" y="0"/>
                </a:moveTo>
                <a:lnTo>
                  <a:pt x="0" y="0"/>
                </a:lnTo>
                <a:lnTo>
                  <a:pt x="0" y="154077"/>
                </a:lnTo>
                <a:lnTo>
                  <a:pt x="179538" y="154077"/>
                </a:lnTo>
                <a:lnTo>
                  <a:pt x="179538"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7202496">
            <a:off x="10397657" y="2381530"/>
            <a:ext cx="195034" cy="167374"/>
          </a:xfrm>
          <a:custGeom>
            <a:avLst/>
            <a:gdLst/>
            <a:ahLst/>
            <a:cxnLst/>
            <a:rect r="r" b="b" t="t" l="l"/>
            <a:pathLst>
              <a:path h="167374" w="195034">
                <a:moveTo>
                  <a:pt x="0" y="0"/>
                </a:moveTo>
                <a:lnTo>
                  <a:pt x="195033" y="0"/>
                </a:lnTo>
                <a:lnTo>
                  <a:pt x="195033" y="167374"/>
                </a:lnTo>
                <a:lnTo>
                  <a:pt x="0" y="16737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11405757" y="2754102"/>
            <a:ext cx="175116" cy="150281"/>
          </a:xfrm>
          <a:custGeom>
            <a:avLst/>
            <a:gdLst/>
            <a:ahLst/>
            <a:cxnLst/>
            <a:rect r="r" b="b" t="t" l="l"/>
            <a:pathLst>
              <a:path h="150281" w="175116">
                <a:moveTo>
                  <a:pt x="0" y="0"/>
                </a:moveTo>
                <a:lnTo>
                  <a:pt x="175116" y="0"/>
                </a:lnTo>
                <a:lnTo>
                  <a:pt x="175116" y="150281"/>
                </a:lnTo>
                <a:lnTo>
                  <a:pt x="0" y="15028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6" id="16"/>
          <p:cNvSpPr/>
          <p:nvPr/>
        </p:nvSpPr>
        <p:spPr>
          <a:xfrm flipH="false" flipV="false" rot="0">
            <a:off x="12393032" y="2754102"/>
            <a:ext cx="206195" cy="176953"/>
          </a:xfrm>
          <a:custGeom>
            <a:avLst/>
            <a:gdLst/>
            <a:ahLst/>
            <a:cxnLst/>
            <a:rect r="r" b="b" t="t" l="l"/>
            <a:pathLst>
              <a:path h="176953" w="206195">
                <a:moveTo>
                  <a:pt x="0" y="0"/>
                </a:moveTo>
                <a:lnTo>
                  <a:pt x="206194" y="0"/>
                </a:lnTo>
                <a:lnTo>
                  <a:pt x="206194" y="176952"/>
                </a:lnTo>
                <a:lnTo>
                  <a:pt x="0" y="1769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7" id="17"/>
          <p:cNvSpPr/>
          <p:nvPr/>
        </p:nvSpPr>
        <p:spPr>
          <a:xfrm flipH="false" flipV="false" rot="0">
            <a:off x="11881218" y="2441248"/>
            <a:ext cx="175116" cy="150281"/>
          </a:xfrm>
          <a:custGeom>
            <a:avLst/>
            <a:gdLst/>
            <a:ahLst/>
            <a:cxnLst/>
            <a:rect r="r" b="b" t="t" l="l"/>
            <a:pathLst>
              <a:path h="150281" w="175116">
                <a:moveTo>
                  <a:pt x="0" y="0"/>
                </a:moveTo>
                <a:lnTo>
                  <a:pt x="175116" y="0"/>
                </a:lnTo>
                <a:lnTo>
                  <a:pt x="175116" y="150282"/>
                </a:lnTo>
                <a:lnTo>
                  <a:pt x="0" y="1502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4539653" y="5623536"/>
            <a:ext cx="5722650" cy="5600520"/>
          </a:xfrm>
          <a:custGeom>
            <a:avLst/>
            <a:gdLst/>
            <a:ahLst/>
            <a:cxnLst/>
            <a:rect r="r" b="b" t="t" l="l"/>
            <a:pathLst>
              <a:path h="5600520" w="5722650">
                <a:moveTo>
                  <a:pt x="0" y="0"/>
                </a:moveTo>
                <a:lnTo>
                  <a:pt x="5722649" y="0"/>
                </a:lnTo>
                <a:lnTo>
                  <a:pt x="5722649" y="5600520"/>
                </a:lnTo>
                <a:lnTo>
                  <a:pt x="0" y="5600520"/>
                </a:lnTo>
                <a:lnTo>
                  <a:pt x="0" y="0"/>
                </a:lnTo>
                <a:close/>
              </a:path>
            </a:pathLst>
          </a:custGeom>
          <a:blipFill>
            <a:blip r:embed="rId19"/>
            <a:stretch>
              <a:fillRect l="0" t="0" r="0" b="0"/>
            </a:stretch>
          </a:blipFill>
        </p:spPr>
      </p:sp>
      <p:sp>
        <p:nvSpPr>
          <p:cNvPr name="Freeform 19" id="19"/>
          <p:cNvSpPr/>
          <p:nvPr/>
        </p:nvSpPr>
        <p:spPr>
          <a:xfrm flipH="false" flipV="false" rot="0">
            <a:off x="0" y="5239780"/>
            <a:ext cx="5459186" cy="5319207"/>
          </a:xfrm>
          <a:custGeom>
            <a:avLst/>
            <a:gdLst/>
            <a:ahLst/>
            <a:cxnLst/>
            <a:rect r="r" b="b" t="t" l="l"/>
            <a:pathLst>
              <a:path h="5319207" w="5459186">
                <a:moveTo>
                  <a:pt x="0" y="0"/>
                </a:moveTo>
                <a:lnTo>
                  <a:pt x="5459186" y="0"/>
                </a:lnTo>
                <a:lnTo>
                  <a:pt x="5459186" y="5319207"/>
                </a:lnTo>
                <a:lnTo>
                  <a:pt x="0" y="5319207"/>
                </a:lnTo>
                <a:lnTo>
                  <a:pt x="0" y="0"/>
                </a:lnTo>
                <a:close/>
              </a:path>
            </a:pathLst>
          </a:custGeom>
          <a:blipFill>
            <a:blip r:embed="rId20"/>
            <a:stretch>
              <a:fillRect l="0" t="0" r="0" b="0"/>
            </a:stretch>
          </a:blipFill>
        </p:spPr>
      </p:sp>
      <p:sp>
        <p:nvSpPr>
          <p:cNvPr name="TextBox 20" id="20"/>
          <p:cNvSpPr txBox="true"/>
          <p:nvPr/>
        </p:nvSpPr>
        <p:spPr>
          <a:xfrm rot="0">
            <a:off x="8858220" y="4838459"/>
            <a:ext cx="4737035" cy="401321"/>
          </a:xfrm>
          <a:prstGeom prst="rect">
            <a:avLst/>
          </a:prstGeom>
        </p:spPr>
        <p:txBody>
          <a:bodyPr anchor="t" rtlCol="false" tIns="0" lIns="0" bIns="0" rIns="0">
            <a:spAutoFit/>
          </a:bodyPr>
          <a:lstStyle/>
          <a:p>
            <a:pPr algn="ctr">
              <a:lnSpc>
                <a:spcPts val="3079"/>
              </a:lnSpc>
              <a:spcBef>
                <a:spcPct val="0"/>
              </a:spcBef>
            </a:pPr>
            <a:r>
              <a:rPr lang="en-US" sz="2199">
                <a:solidFill>
                  <a:srgbClr val="C2DCFF">
                    <a:alpha val="80784"/>
                  </a:srgbClr>
                </a:solidFill>
                <a:latin typeface="Hatton"/>
                <a:ea typeface="Hatton"/>
                <a:cs typeface="Hatton"/>
                <a:sym typeface="Hatton"/>
              </a:rPr>
              <a:t>ELEGANCE FOR EVERY SPACE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C648D">
                <a:alpha val="100000"/>
              </a:srgbClr>
            </a:gs>
            <a:gs pos="100000">
              <a:srgbClr val="99CDF2">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940518" y="1901076"/>
            <a:ext cx="4086292" cy="8883243"/>
          </a:xfrm>
          <a:custGeom>
            <a:avLst/>
            <a:gdLst/>
            <a:ahLst/>
            <a:cxnLst/>
            <a:rect r="r" b="b" t="t" l="l"/>
            <a:pathLst>
              <a:path h="8883243" w="4086292">
                <a:moveTo>
                  <a:pt x="0" y="0"/>
                </a:moveTo>
                <a:lnTo>
                  <a:pt x="4086292" y="0"/>
                </a:lnTo>
                <a:lnTo>
                  <a:pt x="4086292" y="8883243"/>
                </a:lnTo>
                <a:lnTo>
                  <a:pt x="0" y="8883243"/>
                </a:lnTo>
                <a:lnTo>
                  <a:pt x="0" y="0"/>
                </a:lnTo>
                <a:close/>
              </a:path>
            </a:pathLst>
          </a:custGeom>
          <a:blipFill>
            <a:blip r:embed="rId2">
              <a:alphaModFix amt="41000"/>
            </a:blip>
            <a:stretch>
              <a:fillRect l="0" t="0" r="0" b="0"/>
            </a:stretch>
          </a:blipFill>
        </p:spPr>
      </p:sp>
      <p:sp>
        <p:nvSpPr>
          <p:cNvPr name="Freeform 3" id="3"/>
          <p:cNvSpPr/>
          <p:nvPr/>
        </p:nvSpPr>
        <p:spPr>
          <a:xfrm flipH="false" flipV="false" rot="-10052557">
            <a:off x="17038116" y="-310700"/>
            <a:ext cx="1451225" cy="3059261"/>
          </a:xfrm>
          <a:custGeom>
            <a:avLst/>
            <a:gdLst/>
            <a:ahLst/>
            <a:cxnLst/>
            <a:rect r="r" b="b" t="t" l="l"/>
            <a:pathLst>
              <a:path h="3059261" w="1451225">
                <a:moveTo>
                  <a:pt x="0" y="0"/>
                </a:moveTo>
                <a:lnTo>
                  <a:pt x="1451224" y="0"/>
                </a:lnTo>
                <a:lnTo>
                  <a:pt x="1451224" y="3059262"/>
                </a:lnTo>
                <a:lnTo>
                  <a:pt x="0" y="3059262"/>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5024179">
            <a:off x="15207966" y="-326880"/>
            <a:ext cx="3034543" cy="3151619"/>
          </a:xfrm>
          <a:custGeom>
            <a:avLst/>
            <a:gdLst/>
            <a:ahLst/>
            <a:cxnLst/>
            <a:rect r="r" b="b" t="t" l="l"/>
            <a:pathLst>
              <a:path h="3151619" w="3034543">
                <a:moveTo>
                  <a:pt x="3034542" y="0"/>
                </a:moveTo>
                <a:lnTo>
                  <a:pt x="0" y="0"/>
                </a:lnTo>
                <a:lnTo>
                  <a:pt x="0" y="3151619"/>
                </a:lnTo>
                <a:lnTo>
                  <a:pt x="3034542" y="3151619"/>
                </a:lnTo>
                <a:lnTo>
                  <a:pt x="3034542" y="0"/>
                </a:lnTo>
                <a:close/>
              </a:path>
            </a:pathLst>
          </a:custGeom>
          <a:blipFill>
            <a:blip r:embed="rId5">
              <a:alphaModFix amt="13000"/>
              <a:extLst>
                <a:ext uri="{96DAC541-7B7A-43D3-8B79-37D633B846F1}">
                  <asvg:svgBlip xmlns:asvg="http://schemas.microsoft.com/office/drawing/2016/SVG/main" r:embed="rId6"/>
                </a:ext>
              </a:extLst>
            </a:blip>
            <a:stretch>
              <a:fillRect l="0" t="0" r="0" b="0"/>
            </a:stretch>
          </a:blipFill>
        </p:spPr>
      </p:sp>
      <p:graphicFrame>
        <p:nvGraphicFramePr>
          <p:cNvPr name="Table 5" id="5"/>
          <p:cNvGraphicFramePr>
            <a:graphicFrameLocks noGrp="true"/>
          </p:cNvGraphicFramePr>
          <p:nvPr/>
        </p:nvGraphicFramePr>
        <p:xfrm>
          <a:off x="9623172" y="3285901"/>
          <a:ext cx="1322852" cy="3652056"/>
        </p:xfrm>
        <a:graphic>
          <a:graphicData uri="http://schemas.openxmlformats.org/drawingml/2006/table">
            <a:tbl>
              <a:tblPr/>
              <a:tblGrid>
                <a:gridCol w="216333"/>
              </a:tblGrid>
              <a:tr h="3652056">
                <a:tc>
                  <a:txBody>
                    <a:bodyPr anchor="t" rtlCol="false"/>
                    <a:lstStyle/>
                    <a:p>
                      <a:pPr algn="ctr">
                        <a:lnSpc>
                          <a:spcPts val="2865"/>
                        </a:lnSpc>
                        <a:defRPr/>
                      </a:pPr>
                      <a:endParaRPr lang="en-US" sz="1100"/>
                    </a:p>
                  </a:txBody>
                  <a:tcPr marL="205187" marR="205187" marT="205187" marB="205187" anchor="ctr">
                    <a:lnL cmpd="sng" algn="ctr" cap="flat" w="41037">
                      <a:solidFill>
                        <a:srgbClr val="000000"/>
                      </a:solidFill>
                      <a:prstDash val="solid"/>
                      <a:round/>
                      <a:headEnd type="none" w="med" len="med"/>
                      <a:tailEnd type="none" w="med" len="med"/>
                    </a:lnL>
                    <a:lnR cmpd="sng" algn="ctr" cap="flat" w="41037">
                      <a:solidFill>
                        <a:srgbClr val="000000"/>
                      </a:solidFill>
                      <a:prstDash val="solid"/>
                      <a:round/>
                      <a:headEnd type="none" w="med" len="med"/>
                      <a:tailEnd type="none" w="med" len="med"/>
                    </a:lnR>
                    <a:lnT cmpd="sng" algn="ctr" cap="flat" w="41037">
                      <a:solidFill>
                        <a:srgbClr val="000000"/>
                      </a:solidFill>
                      <a:prstDash val="solid"/>
                      <a:round/>
                      <a:headEnd type="none" w="med" len="med"/>
                      <a:tailEnd type="none" w="med" len="med"/>
                    </a:lnT>
                    <a:lnB cmpd="sng" algn="ctr" cap="flat" w="41037">
                      <a:solidFill>
                        <a:srgbClr val="000000"/>
                      </a:solidFill>
                      <a:prstDash val="solid"/>
                      <a:round/>
                      <a:headEnd type="none" w="med" len="med"/>
                      <a:tailEnd type="none" w="med" len="med"/>
                    </a:lnB>
                    <a:solidFill>
                      <a:srgbClr val="04383F"/>
                    </a:solidFill>
                  </a:tcPr>
                </a:tc>
              </a:tr>
            </a:tbl>
          </a:graphicData>
        </a:graphic>
      </p:graphicFrame>
      <p:sp>
        <p:nvSpPr>
          <p:cNvPr name="Freeform 6" id="6"/>
          <p:cNvSpPr/>
          <p:nvPr/>
        </p:nvSpPr>
        <p:spPr>
          <a:xfrm flipH="false" flipV="false" rot="0">
            <a:off x="4859071" y="428503"/>
            <a:ext cx="8569857" cy="9721032"/>
          </a:xfrm>
          <a:custGeom>
            <a:avLst/>
            <a:gdLst/>
            <a:ahLst/>
            <a:cxnLst/>
            <a:rect r="r" b="b" t="t" l="l"/>
            <a:pathLst>
              <a:path h="9721032" w="8569857">
                <a:moveTo>
                  <a:pt x="0" y="0"/>
                </a:moveTo>
                <a:lnTo>
                  <a:pt x="8569858" y="0"/>
                </a:lnTo>
                <a:lnTo>
                  <a:pt x="8569858" y="9721032"/>
                </a:lnTo>
                <a:lnTo>
                  <a:pt x="0" y="9721032"/>
                </a:lnTo>
                <a:lnTo>
                  <a:pt x="0" y="0"/>
                </a:lnTo>
                <a:close/>
              </a:path>
            </a:pathLst>
          </a:custGeom>
          <a:blipFill>
            <a:blip r:embed="rId7"/>
            <a:stretch>
              <a:fillRect l="0" t="0" r="0" b="0"/>
            </a:stretch>
          </a:blipFill>
          <a:ln cap="rnd">
            <a:noFill/>
            <a:prstDash val="solid"/>
            <a:round/>
          </a:ln>
        </p:spPr>
      </p:sp>
      <p:grpSp>
        <p:nvGrpSpPr>
          <p:cNvPr name="Group 7" id="7"/>
          <p:cNvGrpSpPr/>
          <p:nvPr/>
        </p:nvGrpSpPr>
        <p:grpSpPr>
          <a:xfrm rot="-5400000">
            <a:off x="9923014" y="2258245"/>
            <a:ext cx="723168" cy="613075"/>
            <a:chOff x="0" y="0"/>
            <a:chExt cx="609600" cy="516797"/>
          </a:xfrm>
        </p:grpSpPr>
        <p:sp>
          <p:nvSpPr>
            <p:cNvPr name="Freeform 8" id="8"/>
            <p:cNvSpPr/>
            <p:nvPr/>
          </p:nvSpPr>
          <p:spPr>
            <a:xfrm flipH="false" flipV="false" rot="0">
              <a:off x="0" y="0"/>
              <a:ext cx="609600" cy="516797"/>
            </a:xfrm>
            <a:custGeom>
              <a:avLst/>
              <a:gdLst/>
              <a:ahLst/>
              <a:cxnLst/>
              <a:rect r="r" b="b" t="t" l="l"/>
              <a:pathLst>
                <a:path h="516797" w="609600">
                  <a:moveTo>
                    <a:pt x="198782" y="0"/>
                  </a:moveTo>
                  <a:lnTo>
                    <a:pt x="397565" y="0"/>
                  </a:lnTo>
                  <a:cubicBezTo>
                    <a:pt x="514669" y="0"/>
                    <a:pt x="609600" y="115689"/>
                    <a:pt x="609600" y="258398"/>
                  </a:cubicBezTo>
                  <a:cubicBezTo>
                    <a:pt x="609600" y="401108"/>
                    <a:pt x="514669" y="516797"/>
                    <a:pt x="397565" y="516797"/>
                  </a:cubicBezTo>
                  <a:lnTo>
                    <a:pt x="198782" y="516797"/>
                  </a:lnTo>
                  <a:cubicBezTo>
                    <a:pt x="146062" y="516797"/>
                    <a:pt x="95501" y="495854"/>
                    <a:pt x="58222" y="458575"/>
                  </a:cubicBezTo>
                  <a:cubicBezTo>
                    <a:pt x="20943" y="421296"/>
                    <a:pt x="0" y="370735"/>
                    <a:pt x="0" y="318014"/>
                  </a:cubicBezTo>
                  <a:lnTo>
                    <a:pt x="0" y="198782"/>
                  </a:lnTo>
                  <a:cubicBezTo>
                    <a:pt x="0" y="146062"/>
                    <a:pt x="20943" y="95501"/>
                    <a:pt x="58222" y="58222"/>
                  </a:cubicBezTo>
                  <a:cubicBezTo>
                    <a:pt x="95501" y="20943"/>
                    <a:pt x="146062" y="0"/>
                    <a:pt x="198782" y="0"/>
                  </a:cubicBezTo>
                  <a:close/>
                </a:path>
              </a:pathLst>
            </a:custGeom>
            <a:solidFill>
              <a:srgbClr val="04383F"/>
            </a:solidFill>
            <a:ln w="38100" cap="rnd">
              <a:solidFill>
                <a:srgbClr val="000000"/>
              </a:solidFill>
              <a:prstDash val="solid"/>
              <a:round/>
            </a:ln>
          </p:spPr>
        </p:sp>
        <p:sp>
          <p:nvSpPr>
            <p:cNvPr name="TextBox 9" id="9"/>
            <p:cNvSpPr txBox="true"/>
            <p:nvPr/>
          </p:nvSpPr>
          <p:spPr>
            <a:xfrm>
              <a:off x="25400" y="-38100"/>
              <a:ext cx="381000" cy="554897"/>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972118" y="5392185"/>
            <a:ext cx="2210586" cy="2756410"/>
            <a:chOff x="0" y="0"/>
            <a:chExt cx="717417" cy="894558"/>
          </a:xfrm>
        </p:grpSpPr>
        <p:sp>
          <p:nvSpPr>
            <p:cNvPr name="Freeform 11" id="11"/>
            <p:cNvSpPr/>
            <p:nvPr/>
          </p:nvSpPr>
          <p:spPr>
            <a:xfrm flipH="false" flipV="false" rot="0">
              <a:off x="0" y="0"/>
              <a:ext cx="717417" cy="894558"/>
            </a:xfrm>
            <a:custGeom>
              <a:avLst/>
              <a:gdLst/>
              <a:ahLst/>
              <a:cxnLst/>
              <a:rect r="r" b="b" t="t" l="l"/>
              <a:pathLst>
                <a:path h="894558" w="717417">
                  <a:moveTo>
                    <a:pt x="82083" y="0"/>
                  </a:moveTo>
                  <a:lnTo>
                    <a:pt x="635335" y="0"/>
                  </a:lnTo>
                  <a:cubicBezTo>
                    <a:pt x="657104" y="0"/>
                    <a:pt x="677982" y="8648"/>
                    <a:pt x="693376" y="24042"/>
                  </a:cubicBezTo>
                  <a:cubicBezTo>
                    <a:pt x="708770" y="39435"/>
                    <a:pt x="717417" y="60313"/>
                    <a:pt x="717417" y="82083"/>
                  </a:cubicBezTo>
                  <a:lnTo>
                    <a:pt x="717417" y="812475"/>
                  </a:lnTo>
                  <a:cubicBezTo>
                    <a:pt x="717417" y="834245"/>
                    <a:pt x="708770" y="855123"/>
                    <a:pt x="693376" y="870516"/>
                  </a:cubicBezTo>
                  <a:cubicBezTo>
                    <a:pt x="677982" y="885910"/>
                    <a:pt x="657104" y="894558"/>
                    <a:pt x="635335" y="894558"/>
                  </a:cubicBezTo>
                  <a:lnTo>
                    <a:pt x="82083" y="894558"/>
                  </a:lnTo>
                  <a:cubicBezTo>
                    <a:pt x="60313" y="894558"/>
                    <a:pt x="39435" y="885910"/>
                    <a:pt x="24042" y="870516"/>
                  </a:cubicBezTo>
                  <a:cubicBezTo>
                    <a:pt x="8648" y="855123"/>
                    <a:pt x="0" y="834245"/>
                    <a:pt x="0" y="812475"/>
                  </a:cubicBezTo>
                  <a:lnTo>
                    <a:pt x="0" y="82083"/>
                  </a:lnTo>
                  <a:cubicBezTo>
                    <a:pt x="0" y="60313"/>
                    <a:pt x="8648" y="39435"/>
                    <a:pt x="24042" y="24042"/>
                  </a:cubicBezTo>
                  <a:cubicBezTo>
                    <a:pt x="39435" y="8648"/>
                    <a:pt x="60313" y="0"/>
                    <a:pt x="82083" y="0"/>
                  </a:cubicBezTo>
                  <a:close/>
                </a:path>
              </a:pathLst>
            </a:custGeom>
            <a:solidFill>
              <a:srgbClr val="04383F"/>
            </a:solidFill>
            <a:ln w="38100" cap="rnd">
              <a:solidFill>
                <a:srgbClr val="000000"/>
              </a:solidFill>
              <a:prstDash val="solid"/>
              <a:round/>
            </a:ln>
          </p:spPr>
        </p:sp>
        <p:sp>
          <p:nvSpPr>
            <p:cNvPr name="TextBox 12" id="12"/>
            <p:cNvSpPr txBox="true"/>
            <p:nvPr/>
          </p:nvSpPr>
          <p:spPr>
            <a:xfrm>
              <a:off x="0" y="-38100"/>
              <a:ext cx="717417" cy="93265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296592" y="7151266"/>
            <a:ext cx="2028110" cy="2528878"/>
            <a:chOff x="0" y="0"/>
            <a:chExt cx="717417" cy="894558"/>
          </a:xfrm>
        </p:grpSpPr>
        <p:sp>
          <p:nvSpPr>
            <p:cNvPr name="Freeform 14" id="14"/>
            <p:cNvSpPr/>
            <p:nvPr/>
          </p:nvSpPr>
          <p:spPr>
            <a:xfrm flipH="false" flipV="false" rot="0">
              <a:off x="0" y="0"/>
              <a:ext cx="717417" cy="894558"/>
            </a:xfrm>
            <a:custGeom>
              <a:avLst/>
              <a:gdLst/>
              <a:ahLst/>
              <a:cxnLst/>
              <a:rect r="r" b="b" t="t" l="l"/>
              <a:pathLst>
                <a:path h="894558" w="717417">
                  <a:moveTo>
                    <a:pt x="89468" y="0"/>
                  </a:moveTo>
                  <a:lnTo>
                    <a:pt x="627949" y="0"/>
                  </a:lnTo>
                  <a:cubicBezTo>
                    <a:pt x="651678" y="0"/>
                    <a:pt x="674434" y="9426"/>
                    <a:pt x="691213" y="26205"/>
                  </a:cubicBezTo>
                  <a:cubicBezTo>
                    <a:pt x="707991" y="42983"/>
                    <a:pt x="717417" y="65740"/>
                    <a:pt x="717417" y="89468"/>
                  </a:cubicBezTo>
                  <a:lnTo>
                    <a:pt x="717417" y="805090"/>
                  </a:lnTo>
                  <a:cubicBezTo>
                    <a:pt x="717417" y="828818"/>
                    <a:pt x="707991" y="851575"/>
                    <a:pt x="691213" y="868353"/>
                  </a:cubicBezTo>
                  <a:cubicBezTo>
                    <a:pt x="674434" y="885132"/>
                    <a:pt x="651678" y="894558"/>
                    <a:pt x="627949" y="894558"/>
                  </a:cubicBezTo>
                  <a:lnTo>
                    <a:pt x="89468" y="894558"/>
                  </a:lnTo>
                  <a:cubicBezTo>
                    <a:pt x="65740" y="894558"/>
                    <a:pt x="42983" y="885132"/>
                    <a:pt x="26205" y="868353"/>
                  </a:cubicBezTo>
                  <a:cubicBezTo>
                    <a:pt x="9426" y="851575"/>
                    <a:pt x="0" y="828818"/>
                    <a:pt x="0" y="805090"/>
                  </a:cubicBezTo>
                  <a:lnTo>
                    <a:pt x="0" y="89468"/>
                  </a:lnTo>
                  <a:cubicBezTo>
                    <a:pt x="0" y="65740"/>
                    <a:pt x="9426" y="42983"/>
                    <a:pt x="26205" y="26205"/>
                  </a:cubicBezTo>
                  <a:cubicBezTo>
                    <a:pt x="42983" y="9426"/>
                    <a:pt x="65740" y="0"/>
                    <a:pt x="89468" y="0"/>
                  </a:cubicBezTo>
                  <a:close/>
                </a:path>
              </a:pathLst>
            </a:custGeom>
            <a:solidFill>
              <a:srgbClr val="04383F"/>
            </a:solidFill>
            <a:ln w="38100" cap="rnd">
              <a:solidFill>
                <a:srgbClr val="000000"/>
              </a:solidFill>
              <a:prstDash val="solid"/>
              <a:round/>
            </a:ln>
          </p:spPr>
        </p:sp>
        <p:sp>
          <p:nvSpPr>
            <p:cNvPr name="TextBox 15" id="15"/>
            <p:cNvSpPr txBox="true"/>
            <p:nvPr/>
          </p:nvSpPr>
          <p:spPr>
            <a:xfrm>
              <a:off x="0" y="-38100"/>
              <a:ext cx="717417" cy="93265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7412586" y="5392185"/>
            <a:ext cx="2210586" cy="2756410"/>
            <a:chOff x="0" y="0"/>
            <a:chExt cx="717417" cy="894558"/>
          </a:xfrm>
        </p:grpSpPr>
        <p:sp>
          <p:nvSpPr>
            <p:cNvPr name="Freeform 17" id="17"/>
            <p:cNvSpPr/>
            <p:nvPr/>
          </p:nvSpPr>
          <p:spPr>
            <a:xfrm flipH="false" flipV="false" rot="0">
              <a:off x="0" y="0"/>
              <a:ext cx="717417" cy="894558"/>
            </a:xfrm>
            <a:custGeom>
              <a:avLst/>
              <a:gdLst/>
              <a:ahLst/>
              <a:cxnLst/>
              <a:rect r="r" b="b" t="t" l="l"/>
              <a:pathLst>
                <a:path h="894558" w="717417">
                  <a:moveTo>
                    <a:pt x="82083" y="0"/>
                  </a:moveTo>
                  <a:lnTo>
                    <a:pt x="635335" y="0"/>
                  </a:lnTo>
                  <a:cubicBezTo>
                    <a:pt x="657104" y="0"/>
                    <a:pt x="677982" y="8648"/>
                    <a:pt x="693376" y="24042"/>
                  </a:cubicBezTo>
                  <a:cubicBezTo>
                    <a:pt x="708770" y="39435"/>
                    <a:pt x="717417" y="60313"/>
                    <a:pt x="717417" y="82083"/>
                  </a:cubicBezTo>
                  <a:lnTo>
                    <a:pt x="717417" y="812475"/>
                  </a:lnTo>
                  <a:cubicBezTo>
                    <a:pt x="717417" y="834245"/>
                    <a:pt x="708770" y="855123"/>
                    <a:pt x="693376" y="870516"/>
                  </a:cubicBezTo>
                  <a:cubicBezTo>
                    <a:pt x="677982" y="885910"/>
                    <a:pt x="657104" y="894558"/>
                    <a:pt x="635335" y="894558"/>
                  </a:cubicBezTo>
                  <a:lnTo>
                    <a:pt x="82083" y="894558"/>
                  </a:lnTo>
                  <a:cubicBezTo>
                    <a:pt x="60313" y="894558"/>
                    <a:pt x="39435" y="885910"/>
                    <a:pt x="24042" y="870516"/>
                  </a:cubicBezTo>
                  <a:cubicBezTo>
                    <a:pt x="8648" y="855123"/>
                    <a:pt x="0" y="834245"/>
                    <a:pt x="0" y="812475"/>
                  </a:cubicBezTo>
                  <a:lnTo>
                    <a:pt x="0" y="82083"/>
                  </a:lnTo>
                  <a:cubicBezTo>
                    <a:pt x="0" y="60313"/>
                    <a:pt x="8648" y="39435"/>
                    <a:pt x="24042" y="24042"/>
                  </a:cubicBezTo>
                  <a:cubicBezTo>
                    <a:pt x="39435" y="8648"/>
                    <a:pt x="60313" y="0"/>
                    <a:pt x="82083" y="0"/>
                  </a:cubicBezTo>
                  <a:close/>
                </a:path>
              </a:pathLst>
            </a:custGeom>
            <a:solidFill>
              <a:srgbClr val="04383F"/>
            </a:solidFill>
            <a:ln w="38100" cap="rnd">
              <a:solidFill>
                <a:srgbClr val="000000"/>
              </a:solidFill>
              <a:prstDash val="solid"/>
              <a:round/>
            </a:ln>
          </p:spPr>
        </p:sp>
        <p:sp>
          <p:nvSpPr>
            <p:cNvPr name="TextBox 18" id="18"/>
            <p:cNvSpPr txBox="true"/>
            <p:nvPr/>
          </p:nvSpPr>
          <p:spPr>
            <a:xfrm>
              <a:off x="0" y="-38100"/>
              <a:ext cx="717417" cy="932658"/>
            </a:xfrm>
            <a:prstGeom prst="rect">
              <a:avLst/>
            </a:prstGeom>
          </p:spPr>
          <p:txBody>
            <a:bodyPr anchor="ctr" rtlCol="false" tIns="50800" lIns="50800" bIns="50800" rIns="50800"/>
            <a:lstStyle/>
            <a:p>
              <a:pPr algn="ctr">
                <a:lnSpc>
                  <a:spcPts val="2659"/>
                </a:lnSpc>
              </a:pPr>
            </a:p>
          </p:txBody>
        </p:sp>
      </p:grpSp>
      <p:graphicFrame>
        <p:nvGraphicFramePr>
          <p:cNvPr name="Table 19" id="19"/>
          <p:cNvGraphicFramePr>
            <a:graphicFrameLocks noGrp="true"/>
          </p:cNvGraphicFramePr>
          <p:nvPr/>
        </p:nvGraphicFramePr>
        <p:xfrm>
          <a:off x="9372709" y="2781912"/>
          <a:ext cx="1845634" cy="4679217"/>
        </p:xfrm>
        <a:graphic>
          <a:graphicData uri="http://schemas.openxmlformats.org/drawingml/2006/table">
            <a:tbl>
              <a:tblPr/>
              <a:tblGrid>
                <a:gridCol w="424924"/>
              </a:tblGrid>
              <a:tr h="4679217">
                <a:tc>
                  <a:txBody>
                    <a:bodyPr anchor="t" rtlCol="false"/>
                    <a:lstStyle/>
                    <a:p>
                      <a:pPr algn="ctr">
                        <a:lnSpc>
                          <a:spcPts val="2865"/>
                        </a:lnSpc>
                        <a:defRPr/>
                      </a:pPr>
                      <a:endParaRPr lang="en-US" sz="1100"/>
                    </a:p>
                  </a:txBody>
                  <a:tcPr marL="205187" marR="205187" marT="205187" marB="205187" anchor="ctr">
                    <a:lnL cmpd="sng" algn="ctr" cap="flat" w="41037">
                      <a:solidFill>
                        <a:srgbClr val="000000"/>
                      </a:solidFill>
                      <a:prstDash val="solid"/>
                      <a:round/>
                      <a:headEnd type="none" w="med" len="med"/>
                      <a:tailEnd type="none" w="med" len="med"/>
                    </a:lnL>
                    <a:lnR cmpd="sng" algn="ctr" cap="flat" w="41037">
                      <a:solidFill>
                        <a:srgbClr val="000000"/>
                      </a:solidFill>
                      <a:prstDash val="solid"/>
                      <a:round/>
                      <a:headEnd type="none" w="med" len="med"/>
                      <a:tailEnd type="none" w="med" len="med"/>
                    </a:lnR>
                    <a:lnT cmpd="sng" algn="ctr" cap="flat" w="41037">
                      <a:solidFill>
                        <a:srgbClr val="000000"/>
                      </a:solidFill>
                      <a:prstDash val="solid"/>
                      <a:round/>
                      <a:headEnd type="none" w="med" len="med"/>
                      <a:tailEnd type="none" w="med" len="med"/>
                    </a:lnT>
                    <a:lnB cmpd="sng" algn="ctr" cap="flat" w="41037">
                      <a:solidFill>
                        <a:srgbClr val="000000"/>
                      </a:solidFill>
                      <a:prstDash val="solid"/>
                      <a:round/>
                      <a:headEnd type="none" w="med" len="med"/>
                      <a:tailEnd type="none" w="med" len="med"/>
                    </a:lnB>
                    <a:solidFill>
                      <a:srgbClr val="04383F"/>
                    </a:solidFill>
                  </a:tcPr>
                </a:tc>
              </a:tr>
            </a:tbl>
          </a:graphicData>
        </a:graphic>
      </p:graphicFrame>
      <p:grpSp>
        <p:nvGrpSpPr>
          <p:cNvPr name="Group 20" id="20"/>
          <p:cNvGrpSpPr/>
          <p:nvPr/>
        </p:nvGrpSpPr>
        <p:grpSpPr>
          <a:xfrm rot="0">
            <a:off x="6052911" y="1986322"/>
            <a:ext cx="3324037" cy="2396512"/>
            <a:chOff x="0" y="0"/>
            <a:chExt cx="635000" cy="457812"/>
          </a:xfrm>
        </p:grpSpPr>
        <p:sp>
          <p:nvSpPr>
            <p:cNvPr name="Freeform 21" id="21"/>
            <p:cNvSpPr/>
            <p:nvPr/>
          </p:nvSpPr>
          <p:spPr>
            <a:xfrm flipH="false" flipV="false" rot="0">
              <a:off x="0" y="0"/>
              <a:ext cx="635000" cy="457812"/>
            </a:xfrm>
            <a:custGeom>
              <a:avLst/>
              <a:gdLst/>
              <a:ahLst/>
              <a:cxnLst/>
              <a:rect r="r" b="b" t="t" l="l"/>
              <a:pathLst>
                <a:path h="457812" w="635000">
                  <a:moveTo>
                    <a:pt x="72783" y="0"/>
                  </a:moveTo>
                  <a:lnTo>
                    <a:pt x="562217" y="0"/>
                  </a:lnTo>
                  <a:cubicBezTo>
                    <a:pt x="602414" y="0"/>
                    <a:pt x="635000" y="32586"/>
                    <a:pt x="635000" y="72783"/>
                  </a:cubicBezTo>
                  <a:lnTo>
                    <a:pt x="635000" y="385029"/>
                  </a:lnTo>
                  <a:cubicBezTo>
                    <a:pt x="635000" y="425226"/>
                    <a:pt x="602414" y="457812"/>
                    <a:pt x="562217" y="457812"/>
                  </a:cubicBezTo>
                  <a:lnTo>
                    <a:pt x="72783" y="457812"/>
                  </a:lnTo>
                  <a:cubicBezTo>
                    <a:pt x="32586" y="457812"/>
                    <a:pt x="0" y="425226"/>
                    <a:pt x="0" y="385029"/>
                  </a:cubicBezTo>
                  <a:lnTo>
                    <a:pt x="0" y="72783"/>
                  </a:lnTo>
                  <a:cubicBezTo>
                    <a:pt x="0" y="32586"/>
                    <a:pt x="32586" y="0"/>
                    <a:pt x="72783" y="0"/>
                  </a:cubicBezTo>
                  <a:close/>
                </a:path>
              </a:pathLst>
            </a:custGeom>
            <a:solidFill>
              <a:srgbClr val="04383F"/>
            </a:solidFill>
            <a:ln w="38100" cap="rnd">
              <a:solidFill>
                <a:srgbClr val="000000"/>
              </a:solidFill>
              <a:prstDash val="solid"/>
              <a:round/>
            </a:ln>
          </p:spPr>
        </p:sp>
        <p:sp>
          <p:nvSpPr>
            <p:cNvPr name="TextBox 22" id="22"/>
            <p:cNvSpPr txBox="true"/>
            <p:nvPr/>
          </p:nvSpPr>
          <p:spPr>
            <a:xfrm>
              <a:off x="0" y="-38100"/>
              <a:ext cx="635000" cy="49591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5179292" y="2781912"/>
            <a:ext cx="2535637" cy="4726898"/>
            <a:chOff x="0" y="0"/>
            <a:chExt cx="896949" cy="1672078"/>
          </a:xfrm>
        </p:grpSpPr>
        <p:sp>
          <p:nvSpPr>
            <p:cNvPr name="Freeform 24" id="24"/>
            <p:cNvSpPr/>
            <p:nvPr/>
          </p:nvSpPr>
          <p:spPr>
            <a:xfrm flipH="false" flipV="false" rot="0">
              <a:off x="0" y="0"/>
              <a:ext cx="896949" cy="1672079"/>
            </a:xfrm>
            <a:custGeom>
              <a:avLst/>
              <a:gdLst/>
              <a:ahLst/>
              <a:cxnLst/>
              <a:rect r="r" b="b" t="t" l="l"/>
              <a:pathLst>
                <a:path h="1672079" w="896949">
                  <a:moveTo>
                    <a:pt x="71560" y="0"/>
                  </a:moveTo>
                  <a:lnTo>
                    <a:pt x="825388" y="0"/>
                  </a:lnTo>
                  <a:cubicBezTo>
                    <a:pt x="864910" y="0"/>
                    <a:pt x="896949" y="32039"/>
                    <a:pt x="896949" y="71560"/>
                  </a:cubicBezTo>
                  <a:lnTo>
                    <a:pt x="896949" y="1600518"/>
                  </a:lnTo>
                  <a:cubicBezTo>
                    <a:pt x="896949" y="1640040"/>
                    <a:pt x="864910" y="1672079"/>
                    <a:pt x="825388" y="1672079"/>
                  </a:cubicBezTo>
                  <a:lnTo>
                    <a:pt x="71560" y="1672079"/>
                  </a:lnTo>
                  <a:cubicBezTo>
                    <a:pt x="32039" y="1672079"/>
                    <a:pt x="0" y="1640040"/>
                    <a:pt x="0" y="1600518"/>
                  </a:cubicBezTo>
                  <a:lnTo>
                    <a:pt x="0" y="71560"/>
                  </a:lnTo>
                  <a:cubicBezTo>
                    <a:pt x="0" y="32039"/>
                    <a:pt x="32039" y="0"/>
                    <a:pt x="71560" y="0"/>
                  </a:cubicBezTo>
                  <a:close/>
                </a:path>
              </a:pathLst>
            </a:custGeom>
            <a:solidFill>
              <a:srgbClr val="04383F"/>
            </a:solidFill>
            <a:ln w="38100" cap="rnd">
              <a:solidFill>
                <a:srgbClr val="000000"/>
              </a:solidFill>
              <a:prstDash val="solid"/>
              <a:round/>
            </a:ln>
          </p:spPr>
        </p:sp>
        <p:sp>
          <p:nvSpPr>
            <p:cNvPr name="TextBox 25" id="25"/>
            <p:cNvSpPr txBox="true"/>
            <p:nvPr/>
          </p:nvSpPr>
          <p:spPr>
            <a:xfrm>
              <a:off x="0" y="-38100"/>
              <a:ext cx="896949" cy="1710178"/>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5400000">
            <a:off x="6127058" y="7236748"/>
            <a:ext cx="784038" cy="613075"/>
            <a:chOff x="0" y="0"/>
            <a:chExt cx="660911" cy="516797"/>
          </a:xfrm>
        </p:grpSpPr>
        <p:sp>
          <p:nvSpPr>
            <p:cNvPr name="Freeform 27" id="27"/>
            <p:cNvSpPr/>
            <p:nvPr/>
          </p:nvSpPr>
          <p:spPr>
            <a:xfrm flipH="false" flipV="false" rot="0">
              <a:off x="0" y="0"/>
              <a:ext cx="660911" cy="516797"/>
            </a:xfrm>
            <a:custGeom>
              <a:avLst/>
              <a:gdLst/>
              <a:ahLst/>
              <a:cxnLst/>
              <a:rect r="r" b="b" t="t" l="l"/>
              <a:pathLst>
                <a:path h="516797" w="660911">
                  <a:moveTo>
                    <a:pt x="223843" y="0"/>
                  </a:moveTo>
                  <a:lnTo>
                    <a:pt x="447686" y="0"/>
                  </a:lnTo>
                  <a:cubicBezTo>
                    <a:pt x="565980" y="0"/>
                    <a:pt x="660911" y="115689"/>
                    <a:pt x="660911" y="258398"/>
                  </a:cubicBezTo>
                  <a:cubicBezTo>
                    <a:pt x="660911" y="401108"/>
                    <a:pt x="565980" y="516797"/>
                    <a:pt x="447686" y="516797"/>
                  </a:cubicBezTo>
                  <a:lnTo>
                    <a:pt x="223843" y="516797"/>
                  </a:lnTo>
                  <a:cubicBezTo>
                    <a:pt x="100218" y="516797"/>
                    <a:pt x="0" y="416579"/>
                    <a:pt x="0" y="292954"/>
                  </a:cubicBezTo>
                  <a:lnTo>
                    <a:pt x="0" y="223843"/>
                  </a:lnTo>
                  <a:cubicBezTo>
                    <a:pt x="0" y="100218"/>
                    <a:pt x="100218" y="0"/>
                    <a:pt x="223843" y="0"/>
                  </a:cubicBezTo>
                  <a:close/>
                </a:path>
              </a:pathLst>
            </a:custGeom>
            <a:solidFill>
              <a:srgbClr val="04383F"/>
            </a:solidFill>
            <a:ln w="38100" cap="rnd">
              <a:solidFill>
                <a:srgbClr val="000000"/>
              </a:solidFill>
              <a:prstDash val="solid"/>
              <a:round/>
            </a:ln>
          </p:spPr>
        </p:sp>
        <p:sp>
          <p:nvSpPr>
            <p:cNvPr name="TextBox 28" id="28"/>
            <p:cNvSpPr txBox="true"/>
            <p:nvPr/>
          </p:nvSpPr>
          <p:spPr>
            <a:xfrm>
              <a:off x="25400" y="-38100"/>
              <a:ext cx="432311" cy="554897"/>
            </a:xfrm>
            <a:prstGeom prst="rect">
              <a:avLst/>
            </a:prstGeom>
          </p:spPr>
          <p:txBody>
            <a:bodyPr anchor="ctr" rtlCol="false" tIns="50800" lIns="50800" bIns="50800" rIns="50800"/>
            <a:lstStyle/>
            <a:p>
              <a:pPr algn="ctr">
                <a:lnSpc>
                  <a:spcPts val="2659"/>
                </a:lnSpc>
              </a:pPr>
            </a:p>
          </p:txBody>
        </p:sp>
      </p:grpSp>
      <p:graphicFrame>
        <p:nvGraphicFramePr>
          <p:cNvPr name="Table 29" id="29"/>
          <p:cNvGraphicFramePr>
            <a:graphicFrameLocks noGrp="true"/>
          </p:cNvGraphicFramePr>
          <p:nvPr/>
        </p:nvGraphicFramePr>
        <p:xfrm>
          <a:off x="5503153" y="2781912"/>
          <a:ext cx="1956632" cy="4679217"/>
        </p:xfrm>
        <a:graphic>
          <a:graphicData uri="http://schemas.openxmlformats.org/drawingml/2006/table">
            <a:tbl>
              <a:tblPr/>
              <a:tblGrid>
                <a:gridCol w="478188"/>
              </a:tblGrid>
              <a:tr h="4679217">
                <a:tc>
                  <a:txBody>
                    <a:bodyPr anchor="t" rtlCol="false"/>
                    <a:lstStyle/>
                    <a:p>
                      <a:pPr algn="ctr">
                        <a:lnSpc>
                          <a:spcPts val="2865"/>
                        </a:lnSpc>
                        <a:defRPr/>
                      </a:pPr>
                      <a:endParaRPr lang="en-US" sz="1100"/>
                    </a:p>
                  </a:txBody>
                  <a:tcPr marL="205187" marR="205187" marT="205187" marB="205187" anchor="ctr">
                    <a:lnL cmpd="sng" algn="ctr" cap="flat" w="41037">
                      <a:solidFill>
                        <a:srgbClr val="000000"/>
                      </a:solidFill>
                      <a:prstDash val="solid"/>
                      <a:round/>
                      <a:headEnd type="none" w="med" len="med"/>
                      <a:tailEnd type="none" w="med" len="med"/>
                    </a:lnL>
                    <a:lnR cmpd="sng" algn="ctr" cap="flat" w="41037">
                      <a:solidFill>
                        <a:srgbClr val="000000"/>
                      </a:solidFill>
                      <a:prstDash val="solid"/>
                      <a:round/>
                      <a:headEnd type="none" w="med" len="med"/>
                      <a:tailEnd type="none" w="med" len="med"/>
                    </a:lnR>
                    <a:lnT cmpd="sng" algn="ctr" cap="flat" w="41037">
                      <a:solidFill>
                        <a:srgbClr val="000000"/>
                      </a:solidFill>
                      <a:prstDash val="solid"/>
                      <a:round/>
                      <a:headEnd type="none" w="med" len="med"/>
                      <a:tailEnd type="none" w="med" len="med"/>
                    </a:lnT>
                    <a:lnB cmpd="sng" algn="ctr" cap="flat" w="41037">
                      <a:solidFill>
                        <a:srgbClr val="000000"/>
                      </a:solidFill>
                      <a:prstDash val="solid"/>
                      <a:round/>
                      <a:headEnd type="none" w="med" len="med"/>
                      <a:tailEnd type="none" w="med" len="med"/>
                    </a:lnB>
                    <a:solidFill>
                      <a:srgbClr val="04383F"/>
                    </a:solidFill>
                  </a:tcPr>
                </a:tc>
              </a:tr>
            </a:tbl>
          </a:graphicData>
        </a:graphic>
      </p:graphicFrame>
      <p:graphicFrame>
        <p:nvGraphicFramePr>
          <p:cNvPr name="Table 30" id="30"/>
          <p:cNvGraphicFramePr>
            <a:graphicFrameLocks noGrp="true"/>
          </p:cNvGraphicFramePr>
          <p:nvPr/>
        </p:nvGraphicFramePr>
        <p:xfrm>
          <a:off x="7459785" y="2781912"/>
          <a:ext cx="1912923" cy="4689477"/>
        </p:xfrm>
        <a:graphic>
          <a:graphicData uri="http://schemas.openxmlformats.org/drawingml/2006/table">
            <a:tbl>
              <a:tblPr/>
              <a:tblGrid>
                <a:gridCol w="456839"/>
              </a:tblGrid>
              <a:tr h="4689477">
                <a:tc>
                  <a:txBody>
                    <a:bodyPr anchor="t" rtlCol="false"/>
                    <a:lstStyle/>
                    <a:p>
                      <a:pPr algn="ctr">
                        <a:lnSpc>
                          <a:spcPts val="2865"/>
                        </a:lnSpc>
                        <a:defRPr/>
                      </a:pPr>
                      <a:endParaRPr lang="en-US" sz="1100"/>
                    </a:p>
                  </a:txBody>
                  <a:tcPr marL="205187" marR="205187" marT="205187" marB="205187" anchor="ctr">
                    <a:lnL cmpd="sng" algn="ctr" cap="flat" w="51297">
                      <a:solidFill>
                        <a:srgbClr val="000000"/>
                      </a:solidFill>
                      <a:prstDash val="solid"/>
                      <a:round/>
                      <a:headEnd type="none" w="med" len="med"/>
                      <a:tailEnd type="none" w="med" len="med"/>
                    </a:lnL>
                    <a:lnR cmpd="sng" algn="ctr" cap="flat" w="51297">
                      <a:solidFill>
                        <a:srgbClr val="000000"/>
                      </a:solidFill>
                      <a:prstDash val="solid"/>
                      <a:round/>
                      <a:headEnd type="none" w="med" len="med"/>
                      <a:tailEnd type="none" w="med" len="med"/>
                    </a:lnR>
                    <a:lnT cmpd="sng" algn="ctr" cap="flat" w="51297">
                      <a:solidFill>
                        <a:srgbClr val="000000"/>
                      </a:solidFill>
                      <a:prstDash val="solid"/>
                      <a:round/>
                      <a:headEnd type="none" w="med" len="med"/>
                      <a:tailEnd type="none" w="med" len="med"/>
                    </a:lnT>
                    <a:lnB cmpd="sng" algn="ctr" cap="flat" w="51297">
                      <a:solidFill>
                        <a:srgbClr val="000000"/>
                      </a:solidFill>
                      <a:prstDash val="solid"/>
                      <a:round/>
                      <a:headEnd type="none" w="med" len="med"/>
                      <a:tailEnd type="none" w="med" len="med"/>
                    </a:lnB>
                    <a:solidFill>
                      <a:srgbClr val="04383F"/>
                    </a:solidFill>
                  </a:tcPr>
                </a:tc>
              </a:tr>
            </a:tbl>
          </a:graphicData>
        </a:graphic>
      </p:graphicFrame>
      <p:sp>
        <p:nvSpPr>
          <p:cNvPr name="Freeform 31" id="31"/>
          <p:cNvSpPr/>
          <p:nvPr/>
        </p:nvSpPr>
        <p:spPr>
          <a:xfrm flipH="false" flipV="false" rot="0">
            <a:off x="5699675" y="5219656"/>
            <a:ext cx="1684336" cy="2148612"/>
          </a:xfrm>
          <a:custGeom>
            <a:avLst/>
            <a:gdLst/>
            <a:ahLst/>
            <a:cxnLst/>
            <a:rect r="r" b="b" t="t" l="l"/>
            <a:pathLst>
              <a:path h="2148612" w="1684336">
                <a:moveTo>
                  <a:pt x="0" y="0"/>
                </a:moveTo>
                <a:lnTo>
                  <a:pt x="1684336" y="0"/>
                </a:lnTo>
                <a:lnTo>
                  <a:pt x="1684336" y="2148612"/>
                </a:lnTo>
                <a:lnTo>
                  <a:pt x="0" y="2148612"/>
                </a:lnTo>
                <a:lnTo>
                  <a:pt x="0" y="0"/>
                </a:lnTo>
                <a:close/>
              </a:path>
            </a:pathLst>
          </a:custGeom>
          <a:blipFill>
            <a:blip r:embed="rId8">
              <a:alphaModFix amt="32999"/>
            </a:blip>
            <a:stretch>
              <a:fillRect l="0" t="-2106" r="-15688" b="-11416"/>
            </a:stretch>
          </a:blipFill>
        </p:spPr>
      </p:sp>
      <p:grpSp>
        <p:nvGrpSpPr>
          <p:cNvPr name="Group 32" id="32"/>
          <p:cNvGrpSpPr/>
          <p:nvPr/>
        </p:nvGrpSpPr>
        <p:grpSpPr>
          <a:xfrm rot="0">
            <a:off x="11218342" y="1986322"/>
            <a:ext cx="1956632" cy="2756410"/>
            <a:chOff x="0" y="0"/>
            <a:chExt cx="635000" cy="894558"/>
          </a:xfrm>
        </p:grpSpPr>
        <p:sp>
          <p:nvSpPr>
            <p:cNvPr name="Freeform 33" id="33"/>
            <p:cNvSpPr/>
            <p:nvPr/>
          </p:nvSpPr>
          <p:spPr>
            <a:xfrm flipH="false" flipV="false" rot="0">
              <a:off x="0" y="0"/>
              <a:ext cx="635000" cy="894558"/>
            </a:xfrm>
            <a:custGeom>
              <a:avLst/>
              <a:gdLst/>
              <a:ahLst/>
              <a:cxnLst/>
              <a:rect r="r" b="b" t="t" l="l"/>
              <a:pathLst>
                <a:path h="894558" w="635000">
                  <a:moveTo>
                    <a:pt x="92737" y="0"/>
                  </a:moveTo>
                  <a:lnTo>
                    <a:pt x="542264" y="0"/>
                  </a:lnTo>
                  <a:cubicBezTo>
                    <a:pt x="566859" y="0"/>
                    <a:pt x="590447" y="9770"/>
                    <a:pt x="607838" y="27162"/>
                  </a:cubicBezTo>
                  <a:cubicBezTo>
                    <a:pt x="625230" y="44553"/>
                    <a:pt x="635000" y="68141"/>
                    <a:pt x="635000" y="92737"/>
                  </a:cubicBezTo>
                  <a:lnTo>
                    <a:pt x="635000" y="801821"/>
                  </a:lnTo>
                  <a:cubicBezTo>
                    <a:pt x="635000" y="826417"/>
                    <a:pt x="625230" y="850004"/>
                    <a:pt x="607838" y="867396"/>
                  </a:cubicBezTo>
                  <a:cubicBezTo>
                    <a:pt x="590447" y="884787"/>
                    <a:pt x="566859" y="894558"/>
                    <a:pt x="542264" y="894558"/>
                  </a:cubicBezTo>
                  <a:lnTo>
                    <a:pt x="92737" y="894558"/>
                  </a:lnTo>
                  <a:cubicBezTo>
                    <a:pt x="68141" y="894558"/>
                    <a:pt x="44553" y="884787"/>
                    <a:pt x="27162" y="867396"/>
                  </a:cubicBezTo>
                  <a:cubicBezTo>
                    <a:pt x="9770" y="850004"/>
                    <a:pt x="0" y="826417"/>
                    <a:pt x="0" y="801821"/>
                  </a:cubicBezTo>
                  <a:lnTo>
                    <a:pt x="0" y="92737"/>
                  </a:lnTo>
                  <a:cubicBezTo>
                    <a:pt x="0" y="68141"/>
                    <a:pt x="9770" y="44553"/>
                    <a:pt x="27162" y="27162"/>
                  </a:cubicBezTo>
                  <a:cubicBezTo>
                    <a:pt x="44553" y="9770"/>
                    <a:pt x="68141" y="0"/>
                    <a:pt x="92737" y="0"/>
                  </a:cubicBezTo>
                  <a:close/>
                </a:path>
              </a:pathLst>
            </a:custGeom>
            <a:solidFill>
              <a:srgbClr val="04383F"/>
            </a:solidFill>
            <a:ln w="38100" cap="rnd">
              <a:solidFill>
                <a:srgbClr val="000000"/>
              </a:solidFill>
              <a:prstDash val="solid"/>
              <a:round/>
            </a:ln>
          </p:spPr>
        </p:sp>
        <p:sp>
          <p:nvSpPr>
            <p:cNvPr name="TextBox 34" id="34"/>
            <p:cNvSpPr txBox="true"/>
            <p:nvPr/>
          </p:nvSpPr>
          <p:spPr>
            <a:xfrm>
              <a:off x="0" y="-38100"/>
              <a:ext cx="635000" cy="932658"/>
            </a:xfrm>
            <a:prstGeom prst="rect">
              <a:avLst/>
            </a:prstGeom>
          </p:spPr>
          <p:txBody>
            <a:bodyPr anchor="ctr" rtlCol="false" tIns="50800" lIns="50800" bIns="50800" rIns="50800"/>
            <a:lstStyle/>
            <a:p>
              <a:pPr algn="ctr">
                <a:lnSpc>
                  <a:spcPts val="2659"/>
                </a:lnSpc>
              </a:pPr>
            </a:p>
          </p:txBody>
        </p:sp>
      </p:grpSp>
      <p:graphicFrame>
        <p:nvGraphicFramePr>
          <p:cNvPr name="Table 35" id="35"/>
          <p:cNvGraphicFramePr>
            <a:graphicFrameLocks noGrp="true"/>
          </p:cNvGraphicFramePr>
          <p:nvPr/>
        </p:nvGraphicFramePr>
        <p:xfrm>
          <a:off x="11218342" y="2781912"/>
          <a:ext cx="1956632" cy="4689477"/>
        </p:xfrm>
        <a:graphic>
          <a:graphicData uri="http://schemas.openxmlformats.org/drawingml/2006/table">
            <a:tbl>
              <a:tblPr/>
              <a:tblGrid>
                <a:gridCol w="478188"/>
              </a:tblGrid>
              <a:tr h="4689477">
                <a:tc>
                  <a:txBody>
                    <a:bodyPr anchor="t" rtlCol="false"/>
                    <a:lstStyle/>
                    <a:p>
                      <a:pPr algn="ctr">
                        <a:lnSpc>
                          <a:spcPts val="2865"/>
                        </a:lnSpc>
                        <a:defRPr/>
                      </a:pPr>
                      <a:endParaRPr lang="en-US" sz="1100"/>
                    </a:p>
                  </a:txBody>
                  <a:tcPr marL="205187" marR="205187" marT="205187" marB="205187" anchor="ctr">
                    <a:lnL cmpd="sng" algn="ctr" cap="flat" w="51297">
                      <a:solidFill>
                        <a:srgbClr val="000000"/>
                      </a:solidFill>
                      <a:prstDash val="solid"/>
                      <a:round/>
                      <a:headEnd type="none" w="med" len="med"/>
                      <a:tailEnd type="none" w="med" len="med"/>
                    </a:lnL>
                    <a:lnR cmpd="sng" algn="ctr" cap="flat" w="51297">
                      <a:solidFill>
                        <a:srgbClr val="000000"/>
                      </a:solidFill>
                      <a:prstDash val="solid"/>
                      <a:round/>
                      <a:headEnd type="none" w="med" len="med"/>
                      <a:tailEnd type="none" w="med" len="med"/>
                    </a:lnR>
                    <a:lnT cmpd="sng" algn="ctr" cap="flat" w="51297">
                      <a:solidFill>
                        <a:srgbClr val="000000"/>
                      </a:solidFill>
                      <a:prstDash val="solid"/>
                      <a:round/>
                      <a:headEnd type="none" w="med" len="med"/>
                      <a:tailEnd type="none" w="med" len="med"/>
                    </a:lnT>
                    <a:lnB cmpd="sng" algn="ctr" cap="flat" w="51297">
                      <a:solidFill>
                        <a:srgbClr val="000000"/>
                      </a:solidFill>
                      <a:prstDash val="solid"/>
                      <a:round/>
                      <a:headEnd type="none" w="med" len="med"/>
                      <a:tailEnd type="none" w="med" len="med"/>
                    </a:lnB>
                    <a:solidFill>
                      <a:srgbClr val="04383F"/>
                    </a:solidFill>
                  </a:tcPr>
                </a:tc>
              </a:tr>
            </a:tbl>
          </a:graphicData>
        </a:graphic>
      </p:graphicFrame>
      <p:graphicFrame>
        <p:nvGraphicFramePr>
          <p:cNvPr name="Table 36" id="36"/>
          <p:cNvGraphicFramePr>
            <a:graphicFrameLocks noGrp="true"/>
          </p:cNvGraphicFramePr>
          <p:nvPr/>
        </p:nvGraphicFramePr>
        <p:xfrm>
          <a:off x="9296592" y="7461129"/>
          <a:ext cx="2028110" cy="1909152"/>
        </p:xfrm>
        <a:graphic>
          <a:graphicData uri="http://schemas.openxmlformats.org/drawingml/2006/table">
            <a:tbl>
              <a:tblPr/>
              <a:tblGrid>
                <a:gridCol w="502719"/>
              </a:tblGrid>
              <a:tr h="1909152">
                <a:tc>
                  <a:txBody>
                    <a:bodyPr anchor="t" rtlCol="false"/>
                    <a:lstStyle/>
                    <a:p>
                      <a:pPr algn="ctr">
                        <a:lnSpc>
                          <a:spcPts val="2865"/>
                        </a:lnSpc>
                        <a:defRPr/>
                      </a:pPr>
                      <a:endParaRPr lang="en-US" sz="1100"/>
                    </a:p>
                  </a:txBody>
                  <a:tcPr marL="205187" marR="205187" marT="205187" marB="205187" anchor="ctr">
                    <a:lnL cmpd="sng" algn="ctr" cap="flat" w="51297">
                      <a:solidFill>
                        <a:srgbClr val="000000"/>
                      </a:solidFill>
                      <a:prstDash val="solid"/>
                      <a:round/>
                      <a:headEnd type="none" w="med" len="med"/>
                      <a:tailEnd type="none" w="med" len="med"/>
                    </a:lnL>
                    <a:lnR cmpd="sng" algn="ctr" cap="flat" w="51297">
                      <a:solidFill>
                        <a:srgbClr val="000000"/>
                      </a:solidFill>
                      <a:prstDash val="solid"/>
                      <a:round/>
                      <a:headEnd type="none" w="med" len="med"/>
                      <a:tailEnd type="none" w="med" len="med"/>
                    </a:lnR>
                    <a:lnT cmpd="sng" algn="ctr" cap="flat" w="51297">
                      <a:solidFill>
                        <a:srgbClr val="000000"/>
                      </a:solidFill>
                      <a:prstDash val="solid"/>
                      <a:round/>
                      <a:headEnd type="none" w="med" len="med"/>
                      <a:tailEnd type="none" w="med" len="med"/>
                    </a:lnT>
                    <a:lnB cmpd="sng" algn="ctr" cap="flat" w="51297">
                      <a:solidFill>
                        <a:srgbClr val="000000"/>
                      </a:solidFill>
                      <a:prstDash val="solid"/>
                      <a:round/>
                      <a:headEnd type="none" w="med" len="med"/>
                      <a:tailEnd type="none" w="med" len="med"/>
                    </a:lnB>
                    <a:solidFill>
                      <a:srgbClr val="04383F"/>
                    </a:solidFill>
                  </a:tcPr>
                </a:tc>
              </a:tr>
            </a:tbl>
          </a:graphicData>
        </a:graphic>
      </p:graphicFrame>
      <p:grpSp>
        <p:nvGrpSpPr>
          <p:cNvPr name="Group 37" id="37"/>
          <p:cNvGrpSpPr/>
          <p:nvPr/>
        </p:nvGrpSpPr>
        <p:grpSpPr>
          <a:xfrm rot="0">
            <a:off x="5503153" y="542785"/>
            <a:ext cx="1956632" cy="680469"/>
            <a:chOff x="0" y="0"/>
            <a:chExt cx="283520" cy="98601"/>
          </a:xfrm>
        </p:grpSpPr>
        <p:sp>
          <p:nvSpPr>
            <p:cNvPr name="Freeform 38" id="38"/>
            <p:cNvSpPr/>
            <p:nvPr/>
          </p:nvSpPr>
          <p:spPr>
            <a:xfrm flipH="false" flipV="false" rot="0">
              <a:off x="0" y="0"/>
              <a:ext cx="283520" cy="98601"/>
            </a:xfrm>
            <a:custGeom>
              <a:avLst/>
              <a:gdLst/>
              <a:ahLst/>
              <a:cxnLst/>
              <a:rect r="r" b="b" t="t" l="l"/>
              <a:pathLst>
                <a:path h="98601" w="283520">
                  <a:moveTo>
                    <a:pt x="49301" y="0"/>
                  </a:moveTo>
                  <a:lnTo>
                    <a:pt x="234219" y="0"/>
                  </a:lnTo>
                  <a:cubicBezTo>
                    <a:pt x="261447" y="0"/>
                    <a:pt x="283520" y="22073"/>
                    <a:pt x="283520" y="49301"/>
                  </a:cubicBezTo>
                  <a:lnTo>
                    <a:pt x="283520" y="49301"/>
                  </a:lnTo>
                  <a:cubicBezTo>
                    <a:pt x="283520" y="62376"/>
                    <a:pt x="278326" y="74916"/>
                    <a:pt x="269080" y="84161"/>
                  </a:cubicBezTo>
                  <a:cubicBezTo>
                    <a:pt x="259834" y="93407"/>
                    <a:pt x="247294" y="98601"/>
                    <a:pt x="234219" y="98601"/>
                  </a:cubicBezTo>
                  <a:lnTo>
                    <a:pt x="49301" y="98601"/>
                  </a:lnTo>
                  <a:cubicBezTo>
                    <a:pt x="22073" y="98601"/>
                    <a:pt x="0" y="76529"/>
                    <a:pt x="0" y="49301"/>
                  </a:cubicBezTo>
                  <a:lnTo>
                    <a:pt x="0" y="49301"/>
                  </a:lnTo>
                  <a:cubicBezTo>
                    <a:pt x="0" y="22073"/>
                    <a:pt x="22073" y="0"/>
                    <a:pt x="49301" y="0"/>
                  </a:cubicBezTo>
                  <a:close/>
                </a:path>
              </a:pathLst>
            </a:custGeom>
            <a:solidFill>
              <a:srgbClr val="04383F"/>
            </a:solidFill>
            <a:ln w="38100" cap="sq">
              <a:solidFill>
                <a:srgbClr val="000000"/>
              </a:solidFill>
              <a:prstDash val="solid"/>
              <a:miter/>
            </a:ln>
          </p:spPr>
        </p:sp>
        <p:sp>
          <p:nvSpPr>
            <p:cNvPr name="TextBox 39" id="39"/>
            <p:cNvSpPr txBox="true"/>
            <p:nvPr/>
          </p:nvSpPr>
          <p:spPr>
            <a:xfrm>
              <a:off x="0" y="-38100"/>
              <a:ext cx="283520" cy="136701"/>
            </a:xfrm>
            <a:prstGeom prst="rect">
              <a:avLst/>
            </a:prstGeom>
          </p:spPr>
          <p:txBody>
            <a:bodyPr anchor="ctr" rtlCol="false" tIns="50800" lIns="50800" bIns="50800" rIns="50800"/>
            <a:lstStyle/>
            <a:p>
              <a:pPr algn="ctr">
                <a:lnSpc>
                  <a:spcPts val="2659"/>
                </a:lnSpc>
              </a:pPr>
            </a:p>
          </p:txBody>
        </p:sp>
      </p:grpSp>
      <p:graphicFrame>
        <p:nvGraphicFramePr>
          <p:cNvPr name="Table 40" id="40"/>
          <p:cNvGraphicFramePr>
            <a:graphicFrameLocks noGrp="true"/>
          </p:cNvGraphicFramePr>
          <p:nvPr/>
        </p:nvGraphicFramePr>
        <p:xfrm>
          <a:off x="5503153" y="883019"/>
          <a:ext cx="1956632" cy="1898893"/>
        </p:xfrm>
        <a:graphic>
          <a:graphicData uri="http://schemas.openxmlformats.org/drawingml/2006/table">
            <a:tbl>
              <a:tblPr/>
              <a:tblGrid>
                <a:gridCol w="467520"/>
              </a:tblGrid>
              <a:tr h="1898893">
                <a:tc>
                  <a:txBody>
                    <a:bodyPr anchor="t" rtlCol="false"/>
                    <a:lstStyle/>
                    <a:p>
                      <a:pPr algn="ctr">
                        <a:lnSpc>
                          <a:spcPts val="2563"/>
                        </a:lnSpc>
                        <a:defRPr/>
                      </a:pPr>
                      <a:endParaRPr lang="en-US" sz="1100"/>
                    </a:p>
                  </a:txBody>
                  <a:tcPr marL="205187" marR="205187" marT="205187" marB="205187" anchor="ctr">
                    <a:lnL cmpd="sng" algn="ctr" cap="flat" w="41037">
                      <a:solidFill>
                        <a:srgbClr val="000000"/>
                      </a:solidFill>
                      <a:prstDash val="solid"/>
                      <a:round/>
                      <a:headEnd type="none" w="med" len="med"/>
                      <a:tailEnd type="none" w="med" len="med"/>
                    </a:lnL>
                    <a:lnR cmpd="sng" algn="ctr" cap="flat" w="41037">
                      <a:solidFill>
                        <a:srgbClr val="000000"/>
                      </a:solidFill>
                      <a:prstDash val="solid"/>
                      <a:round/>
                      <a:headEnd type="none" w="med" len="med"/>
                      <a:tailEnd type="none" w="med" len="med"/>
                    </a:lnR>
                    <a:lnT cmpd="sng" algn="ctr" cap="flat" w="41037">
                      <a:solidFill>
                        <a:srgbClr val="000000"/>
                      </a:solidFill>
                      <a:prstDash val="solid"/>
                      <a:round/>
                      <a:headEnd type="none" w="med" len="med"/>
                      <a:tailEnd type="none" w="med" len="med"/>
                    </a:lnT>
                    <a:lnB cmpd="sng" algn="ctr" cap="flat" w="41037">
                      <a:solidFill>
                        <a:srgbClr val="000000"/>
                      </a:solidFill>
                      <a:prstDash val="solid"/>
                      <a:round/>
                      <a:headEnd type="none" w="med" len="med"/>
                      <a:tailEnd type="none" w="med" len="med"/>
                    </a:lnB>
                    <a:solidFill>
                      <a:srgbClr val="04383F"/>
                    </a:solidFill>
                  </a:tcPr>
                </a:tc>
              </a:tr>
            </a:tbl>
          </a:graphicData>
        </a:graphic>
      </p:graphicFrame>
      <p:graphicFrame>
        <p:nvGraphicFramePr>
          <p:cNvPr name="Table 41" id="41"/>
          <p:cNvGraphicFramePr>
            <a:graphicFrameLocks noGrp="true"/>
          </p:cNvGraphicFramePr>
          <p:nvPr/>
        </p:nvGraphicFramePr>
        <p:xfrm>
          <a:off x="9623172" y="3285901"/>
          <a:ext cx="1348945" cy="3652056"/>
        </p:xfrm>
        <a:graphic>
          <a:graphicData uri="http://schemas.openxmlformats.org/drawingml/2006/table">
            <a:tbl>
              <a:tblPr/>
              <a:tblGrid>
                <a:gridCol w="226991"/>
              </a:tblGrid>
              <a:tr h="3652056">
                <a:tc>
                  <a:txBody>
                    <a:bodyPr anchor="t" rtlCol="false"/>
                    <a:lstStyle/>
                    <a:p>
                      <a:pPr algn="ctr">
                        <a:lnSpc>
                          <a:spcPts val="2865"/>
                        </a:lnSpc>
                        <a:defRPr/>
                      </a:pPr>
                      <a:endParaRPr lang="en-US" sz="1100"/>
                    </a:p>
                  </a:txBody>
                  <a:tcPr marL="205187" marR="205187" marT="205187" marB="205187" anchor="ctr">
                    <a:lnL cmpd="sng" algn="ctr" cap="flat" w="51297">
                      <a:solidFill>
                        <a:srgbClr val="000000"/>
                      </a:solidFill>
                      <a:prstDash val="solid"/>
                      <a:round/>
                      <a:headEnd type="none" w="med" len="med"/>
                      <a:tailEnd type="none" w="med" len="med"/>
                    </a:lnL>
                    <a:lnR cmpd="sng" algn="ctr" cap="flat" w="51297">
                      <a:solidFill>
                        <a:srgbClr val="000000"/>
                      </a:solidFill>
                      <a:prstDash val="solid"/>
                      <a:round/>
                      <a:headEnd type="none" w="med" len="med"/>
                      <a:tailEnd type="none" w="med" len="med"/>
                    </a:lnR>
                    <a:lnT cmpd="sng" algn="ctr" cap="flat" w="51297">
                      <a:solidFill>
                        <a:srgbClr val="000000"/>
                      </a:solidFill>
                      <a:prstDash val="solid"/>
                      <a:round/>
                      <a:headEnd type="none" w="med" len="med"/>
                      <a:tailEnd type="none" w="med" len="med"/>
                    </a:lnT>
                    <a:lnB cmpd="sng" algn="ctr" cap="flat" w="51297">
                      <a:solidFill>
                        <a:srgbClr val="000000"/>
                      </a:solidFill>
                      <a:prstDash val="solid"/>
                      <a:round/>
                      <a:headEnd type="none" w="med" len="med"/>
                      <a:tailEnd type="none" w="med" len="med"/>
                    </a:lnB>
                    <a:solidFill>
                      <a:srgbClr val="FFFFFF">
                        <a:alpha val="98824"/>
                      </a:srgbClr>
                    </a:solidFill>
                  </a:tcPr>
                </a:tc>
              </a:tr>
            </a:tbl>
          </a:graphicData>
        </a:graphic>
      </p:graphicFrame>
      <p:sp>
        <p:nvSpPr>
          <p:cNvPr name="Freeform 42" id="42"/>
          <p:cNvSpPr/>
          <p:nvPr/>
        </p:nvSpPr>
        <p:spPr>
          <a:xfrm flipH="true" flipV="false" rot="0">
            <a:off x="8147136" y="6511167"/>
            <a:ext cx="60889" cy="52254"/>
          </a:xfrm>
          <a:custGeom>
            <a:avLst/>
            <a:gdLst/>
            <a:ahLst/>
            <a:cxnLst/>
            <a:rect r="r" b="b" t="t" l="l"/>
            <a:pathLst>
              <a:path h="52254" w="60889">
                <a:moveTo>
                  <a:pt x="60889" y="0"/>
                </a:moveTo>
                <a:lnTo>
                  <a:pt x="0" y="0"/>
                </a:lnTo>
                <a:lnTo>
                  <a:pt x="0" y="52254"/>
                </a:lnTo>
                <a:lnTo>
                  <a:pt x="60889" y="52254"/>
                </a:lnTo>
                <a:lnTo>
                  <a:pt x="60889"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3" id="43"/>
          <p:cNvSpPr/>
          <p:nvPr/>
        </p:nvSpPr>
        <p:spPr>
          <a:xfrm flipH="false" flipV="false" rot="-7202496">
            <a:off x="8247456" y="6360339"/>
            <a:ext cx="66144" cy="56763"/>
          </a:xfrm>
          <a:custGeom>
            <a:avLst/>
            <a:gdLst/>
            <a:ahLst/>
            <a:cxnLst/>
            <a:rect r="r" b="b" t="t" l="l"/>
            <a:pathLst>
              <a:path h="56763" w="66144">
                <a:moveTo>
                  <a:pt x="0" y="0"/>
                </a:moveTo>
                <a:lnTo>
                  <a:pt x="66144" y="0"/>
                </a:lnTo>
                <a:lnTo>
                  <a:pt x="66144" y="56763"/>
                </a:lnTo>
                <a:lnTo>
                  <a:pt x="0" y="5676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4" id="44"/>
          <p:cNvSpPr/>
          <p:nvPr/>
        </p:nvSpPr>
        <p:spPr>
          <a:xfrm flipH="false" flipV="false" rot="0">
            <a:off x="8589344" y="6486693"/>
            <a:ext cx="59389" cy="50967"/>
          </a:xfrm>
          <a:custGeom>
            <a:avLst/>
            <a:gdLst/>
            <a:ahLst/>
            <a:cxnLst/>
            <a:rect r="r" b="b" t="t" l="l"/>
            <a:pathLst>
              <a:path h="50967" w="59389">
                <a:moveTo>
                  <a:pt x="0" y="0"/>
                </a:moveTo>
                <a:lnTo>
                  <a:pt x="59389" y="0"/>
                </a:lnTo>
                <a:lnTo>
                  <a:pt x="59389" y="50966"/>
                </a:lnTo>
                <a:lnTo>
                  <a:pt x="0" y="5096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5" id="45"/>
          <p:cNvSpPr/>
          <p:nvPr/>
        </p:nvSpPr>
        <p:spPr>
          <a:xfrm flipH="false" flipV="false" rot="0">
            <a:off x="8924169" y="6486693"/>
            <a:ext cx="69929" cy="60012"/>
          </a:xfrm>
          <a:custGeom>
            <a:avLst/>
            <a:gdLst/>
            <a:ahLst/>
            <a:cxnLst/>
            <a:rect r="r" b="b" t="t" l="l"/>
            <a:pathLst>
              <a:path h="60012" w="69929">
                <a:moveTo>
                  <a:pt x="0" y="0"/>
                </a:moveTo>
                <a:lnTo>
                  <a:pt x="69929" y="0"/>
                </a:lnTo>
                <a:lnTo>
                  <a:pt x="69929" y="60012"/>
                </a:lnTo>
                <a:lnTo>
                  <a:pt x="0" y="6001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6" id="46"/>
          <p:cNvSpPr/>
          <p:nvPr/>
        </p:nvSpPr>
        <p:spPr>
          <a:xfrm flipH="false" flipV="false" rot="0">
            <a:off x="8750592" y="6380592"/>
            <a:ext cx="59389" cy="50967"/>
          </a:xfrm>
          <a:custGeom>
            <a:avLst/>
            <a:gdLst/>
            <a:ahLst/>
            <a:cxnLst/>
            <a:rect r="r" b="b" t="t" l="l"/>
            <a:pathLst>
              <a:path h="50967" w="59389">
                <a:moveTo>
                  <a:pt x="0" y="0"/>
                </a:moveTo>
                <a:lnTo>
                  <a:pt x="59389" y="0"/>
                </a:lnTo>
                <a:lnTo>
                  <a:pt x="59389" y="50966"/>
                </a:lnTo>
                <a:lnTo>
                  <a:pt x="0" y="509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7" id="47"/>
          <p:cNvSpPr/>
          <p:nvPr/>
        </p:nvSpPr>
        <p:spPr>
          <a:xfrm flipH="false" flipV="false" rot="0">
            <a:off x="8020413" y="3184577"/>
            <a:ext cx="641415" cy="1394380"/>
          </a:xfrm>
          <a:custGeom>
            <a:avLst/>
            <a:gdLst/>
            <a:ahLst/>
            <a:cxnLst/>
            <a:rect r="r" b="b" t="t" l="l"/>
            <a:pathLst>
              <a:path h="1394380" w="641415">
                <a:moveTo>
                  <a:pt x="0" y="0"/>
                </a:moveTo>
                <a:lnTo>
                  <a:pt x="641415" y="0"/>
                </a:lnTo>
                <a:lnTo>
                  <a:pt x="641415" y="1394381"/>
                </a:lnTo>
                <a:lnTo>
                  <a:pt x="0" y="1394381"/>
                </a:lnTo>
                <a:lnTo>
                  <a:pt x="0" y="0"/>
                </a:lnTo>
                <a:close/>
              </a:path>
            </a:pathLst>
          </a:custGeom>
          <a:blipFill>
            <a:blip r:embed="rId15"/>
            <a:stretch>
              <a:fillRect l="0" t="0" r="0" b="0"/>
            </a:stretch>
          </a:blipFill>
          <a:ln cap="sq">
            <a:noFill/>
            <a:prstDash val="solid"/>
            <a:miter/>
          </a:ln>
        </p:spPr>
      </p:sp>
      <p:sp>
        <p:nvSpPr>
          <p:cNvPr name="Freeform 48" id="48"/>
          <p:cNvSpPr/>
          <p:nvPr/>
        </p:nvSpPr>
        <p:spPr>
          <a:xfrm flipH="false" flipV="false" rot="0">
            <a:off x="8482320" y="4138082"/>
            <a:ext cx="416358" cy="432422"/>
          </a:xfrm>
          <a:custGeom>
            <a:avLst/>
            <a:gdLst/>
            <a:ahLst/>
            <a:cxnLst/>
            <a:rect r="r" b="b" t="t" l="l"/>
            <a:pathLst>
              <a:path h="432422" w="416358">
                <a:moveTo>
                  <a:pt x="0" y="0"/>
                </a:moveTo>
                <a:lnTo>
                  <a:pt x="416358" y="0"/>
                </a:lnTo>
                <a:lnTo>
                  <a:pt x="416358" y="432422"/>
                </a:lnTo>
                <a:lnTo>
                  <a:pt x="0" y="43242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9" id="49"/>
          <p:cNvSpPr/>
          <p:nvPr/>
        </p:nvSpPr>
        <p:spPr>
          <a:xfrm flipH="true" flipV="false" rot="0">
            <a:off x="7838396" y="4127627"/>
            <a:ext cx="413453" cy="429405"/>
          </a:xfrm>
          <a:custGeom>
            <a:avLst/>
            <a:gdLst/>
            <a:ahLst/>
            <a:cxnLst/>
            <a:rect r="r" b="b" t="t" l="l"/>
            <a:pathLst>
              <a:path h="429405" w="413453">
                <a:moveTo>
                  <a:pt x="413453" y="0"/>
                </a:moveTo>
                <a:lnTo>
                  <a:pt x="0" y="0"/>
                </a:lnTo>
                <a:lnTo>
                  <a:pt x="0" y="429405"/>
                </a:lnTo>
                <a:lnTo>
                  <a:pt x="413453" y="429405"/>
                </a:lnTo>
                <a:lnTo>
                  <a:pt x="41345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50" id="50"/>
          <p:cNvSpPr/>
          <p:nvPr/>
        </p:nvSpPr>
        <p:spPr>
          <a:xfrm flipH="false" flipV="false" rot="0">
            <a:off x="8235594" y="4036920"/>
            <a:ext cx="246726" cy="520112"/>
          </a:xfrm>
          <a:custGeom>
            <a:avLst/>
            <a:gdLst/>
            <a:ahLst/>
            <a:cxnLst/>
            <a:rect r="r" b="b" t="t" l="l"/>
            <a:pathLst>
              <a:path h="520112" w="246726">
                <a:moveTo>
                  <a:pt x="0" y="0"/>
                </a:moveTo>
                <a:lnTo>
                  <a:pt x="246726" y="0"/>
                </a:lnTo>
                <a:lnTo>
                  <a:pt x="246726" y="520112"/>
                </a:lnTo>
                <a:lnTo>
                  <a:pt x="0" y="5201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51" id="51"/>
          <p:cNvSpPr/>
          <p:nvPr/>
        </p:nvSpPr>
        <p:spPr>
          <a:xfrm flipH="false" flipV="false" rot="0">
            <a:off x="8690499" y="4354293"/>
            <a:ext cx="81038" cy="69545"/>
          </a:xfrm>
          <a:custGeom>
            <a:avLst/>
            <a:gdLst/>
            <a:ahLst/>
            <a:cxnLst/>
            <a:rect r="r" b="b" t="t" l="l"/>
            <a:pathLst>
              <a:path h="69545" w="81038">
                <a:moveTo>
                  <a:pt x="0" y="0"/>
                </a:moveTo>
                <a:lnTo>
                  <a:pt x="81038" y="0"/>
                </a:lnTo>
                <a:lnTo>
                  <a:pt x="81038" y="69545"/>
                </a:lnTo>
                <a:lnTo>
                  <a:pt x="0" y="6954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52" id="52"/>
          <p:cNvSpPr/>
          <p:nvPr/>
        </p:nvSpPr>
        <p:spPr>
          <a:xfrm flipH="true" flipV="false" rot="0">
            <a:off x="7838396" y="4271028"/>
            <a:ext cx="83084" cy="71302"/>
          </a:xfrm>
          <a:custGeom>
            <a:avLst/>
            <a:gdLst/>
            <a:ahLst/>
            <a:cxnLst/>
            <a:rect r="r" b="b" t="t" l="l"/>
            <a:pathLst>
              <a:path h="71302" w="83084">
                <a:moveTo>
                  <a:pt x="83084" y="0"/>
                </a:moveTo>
                <a:lnTo>
                  <a:pt x="0" y="0"/>
                </a:lnTo>
                <a:lnTo>
                  <a:pt x="0" y="71302"/>
                </a:lnTo>
                <a:lnTo>
                  <a:pt x="83084" y="71302"/>
                </a:lnTo>
                <a:lnTo>
                  <a:pt x="83084"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53" id="53"/>
          <p:cNvSpPr/>
          <p:nvPr/>
        </p:nvSpPr>
        <p:spPr>
          <a:xfrm flipH="false" flipV="false" rot="-7202496">
            <a:off x="7975286" y="4065219"/>
            <a:ext cx="90255" cy="77455"/>
          </a:xfrm>
          <a:custGeom>
            <a:avLst/>
            <a:gdLst/>
            <a:ahLst/>
            <a:cxnLst/>
            <a:rect r="r" b="b" t="t" l="l"/>
            <a:pathLst>
              <a:path h="77455" w="90255">
                <a:moveTo>
                  <a:pt x="0" y="0"/>
                </a:moveTo>
                <a:lnTo>
                  <a:pt x="90255" y="0"/>
                </a:lnTo>
                <a:lnTo>
                  <a:pt x="90255" y="77455"/>
                </a:lnTo>
                <a:lnTo>
                  <a:pt x="0" y="7745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54" id="54"/>
          <p:cNvSpPr/>
          <p:nvPr/>
        </p:nvSpPr>
        <p:spPr>
          <a:xfrm flipH="false" flipV="false" rot="0">
            <a:off x="8441801" y="4237633"/>
            <a:ext cx="81038" cy="69545"/>
          </a:xfrm>
          <a:custGeom>
            <a:avLst/>
            <a:gdLst/>
            <a:ahLst/>
            <a:cxnLst/>
            <a:rect r="r" b="b" t="t" l="l"/>
            <a:pathLst>
              <a:path h="69545" w="81038">
                <a:moveTo>
                  <a:pt x="0" y="0"/>
                </a:moveTo>
                <a:lnTo>
                  <a:pt x="81038" y="0"/>
                </a:lnTo>
                <a:lnTo>
                  <a:pt x="81038" y="69545"/>
                </a:lnTo>
                <a:lnTo>
                  <a:pt x="0" y="695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55" id="55"/>
          <p:cNvSpPr/>
          <p:nvPr/>
        </p:nvSpPr>
        <p:spPr>
          <a:xfrm flipH="true" flipV="false" rot="0">
            <a:off x="8004603" y="4368277"/>
            <a:ext cx="81038" cy="69545"/>
          </a:xfrm>
          <a:custGeom>
            <a:avLst/>
            <a:gdLst/>
            <a:ahLst/>
            <a:cxnLst/>
            <a:rect r="r" b="b" t="t" l="l"/>
            <a:pathLst>
              <a:path h="69545" w="81038">
                <a:moveTo>
                  <a:pt x="81038" y="0"/>
                </a:moveTo>
                <a:lnTo>
                  <a:pt x="0" y="0"/>
                </a:lnTo>
                <a:lnTo>
                  <a:pt x="0" y="69546"/>
                </a:lnTo>
                <a:lnTo>
                  <a:pt x="81038" y="69546"/>
                </a:lnTo>
                <a:lnTo>
                  <a:pt x="81038"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56" id="56"/>
          <p:cNvSpPr/>
          <p:nvPr/>
        </p:nvSpPr>
        <p:spPr>
          <a:xfrm flipH="false" flipV="false" rot="0">
            <a:off x="8898678" y="4237633"/>
            <a:ext cx="95420" cy="81888"/>
          </a:xfrm>
          <a:custGeom>
            <a:avLst/>
            <a:gdLst/>
            <a:ahLst/>
            <a:cxnLst/>
            <a:rect r="r" b="b" t="t" l="l"/>
            <a:pathLst>
              <a:path h="81888" w="95420">
                <a:moveTo>
                  <a:pt x="0" y="0"/>
                </a:moveTo>
                <a:lnTo>
                  <a:pt x="95420" y="0"/>
                </a:lnTo>
                <a:lnTo>
                  <a:pt x="95420" y="81887"/>
                </a:lnTo>
                <a:lnTo>
                  <a:pt x="0" y="8188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57" id="57"/>
          <p:cNvSpPr/>
          <p:nvPr/>
        </p:nvSpPr>
        <p:spPr>
          <a:xfrm flipH="false" flipV="false" rot="0">
            <a:off x="8661828" y="4092855"/>
            <a:ext cx="81038" cy="69545"/>
          </a:xfrm>
          <a:custGeom>
            <a:avLst/>
            <a:gdLst/>
            <a:ahLst/>
            <a:cxnLst/>
            <a:rect r="r" b="b" t="t" l="l"/>
            <a:pathLst>
              <a:path h="69545" w="81038">
                <a:moveTo>
                  <a:pt x="0" y="0"/>
                </a:moveTo>
                <a:lnTo>
                  <a:pt x="81038" y="0"/>
                </a:lnTo>
                <a:lnTo>
                  <a:pt x="81038" y="69545"/>
                </a:lnTo>
                <a:lnTo>
                  <a:pt x="0" y="6954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58" id="58"/>
          <p:cNvGrpSpPr/>
          <p:nvPr/>
        </p:nvGrpSpPr>
        <p:grpSpPr>
          <a:xfrm rot="0">
            <a:off x="11370742" y="4296976"/>
            <a:ext cx="1651013" cy="2745810"/>
            <a:chOff x="0" y="0"/>
            <a:chExt cx="717417" cy="1193142"/>
          </a:xfrm>
        </p:grpSpPr>
        <p:sp>
          <p:nvSpPr>
            <p:cNvPr name="Freeform 59" id="59"/>
            <p:cNvSpPr/>
            <p:nvPr/>
          </p:nvSpPr>
          <p:spPr>
            <a:xfrm flipH="false" flipV="false" rot="0">
              <a:off x="0" y="0"/>
              <a:ext cx="717417" cy="1193142"/>
            </a:xfrm>
            <a:custGeom>
              <a:avLst/>
              <a:gdLst/>
              <a:ahLst/>
              <a:cxnLst/>
              <a:rect r="r" b="b" t="t" l="l"/>
              <a:pathLst>
                <a:path h="1193142" w="717417">
                  <a:moveTo>
                    <a:pt x="109903" y="0"/>
                  </a:moveTo>
                  <a:lnTo>
                    <a:pt x="607515" y="0"/>
                  </a:lnTo>
                  <a:cubicBezTo>
                    <a:pt x="668212" y="0"/>
                    <a:pt x="717417" y="49205"/>
                    <a:pt x="717417" y="109903"/>
                  </a:cubicBezTo>
                  <a:lnTo>
                    <a:pt x="717417" y="1083239"/>
                  </a:lnTo>
                  <a:cubicBezTo>
                    <a:pt x="717417" y="1143936"/>
                    <a:pt x="668212" y="1193142"/>
                    <a:pt x="607515" y="1193142"/>
                  </a:cubicBezTo>
                  <a:lnTo>
                    <a:pt x="109903" y="1193142"/>
                  </a:lnTo>
                  <a:cubicBezTo>
                    <a:pt x="49205" y="1193142"/>
                    <a:pt x="0" y="1143936"/>
                    <a:pt x="0" y="1083239"/>
                  </a:cubicBezTo>
                  <a:lnTo>
                    <a:pt x="0" y="109903"/>
                  </a:lnTo>
                  <a:cubicBezTo>
                    <a:pt x="0" y="49205"/>
                    <a:pt x="49205" y="0"/>
                    <a:pt x="109903" y="0"/>
                  </a:cubicBezTo>
                  <a:close/>
                </a:path>
              </a:pathLst>
            </a:custGeom>
            <a:solidFill>
              <a:srgbClr val="549DAD">
                <a:alpha val="75686"/>
              </a:srgbClr>
            </a:solidFill>
            <a:ln cap="rnd">
              <a:noFill/>
              <a:prstDash val="solid"/>
              <a:round/>
            </a:ln>
          </p:spPr>
        </p:sp>
        <p:sp>
          <p:nvSpPr>
            <p:cNvPr name="TextBox 60" id="60"/>
            <p:cNvSpPr txBox="true"/>
            <p:nvPr/>
          </p:nvSpPr>
          <p:spPr>
            <a:xfrm>
              <a:off x="0" y="-38100"/>
              <a:ext cx="717417" cy="1231242"/>
            </a:xfrm>
            <a:prstGeom prst="rect">
              <a:avLst/>
            </a:prstGeom>
          </p:spPr>
          <p:txBody>
            <a:bodyPr anchor="ctr" rtlCol="false" tIns="50800" lIns="50800" bIns="50800" rIns="50800"/>
            <a:lstStyle/>
            <a:p>
              <a:pPr algn="ctr">
                <a:lnSpc>
                  <a:spcPts val="2659"/>
                </a:lnSpc>
              </a:pPr>
            </a:p>
          </p:txBody>
        </p:sp>
      </p:grpSp>
      <p:sp>
        <p:nvSpPr>
          <p:cNvPr name="Freeform 61" id="61"/>
          <p:cNvSpPr/>
          <p:nvPr/>
        </p:nvSpPr>
        <p:spPr>
          <a:xfrm flipH="false" flipV="false" rot="0">
            <a:off x="11863071" y="3021100"/>
            <a:ext cx="493007" cy="1071755"/>
          </a:xfrm>
          <a:custGeom>
            <a:avLst/>
            <a:gdLst/>
            <a:ahLst/>
            <a:cxnLst/>
            <a:rect r="r" b="b" t="t" l="l"/>
            <a:pathLst>
              <a:path h="1071755" w="493007">
                <a:moveTo>
                  <a:pt x="0" y="0"/>
                </a:moveTo>
                <a:lnTo>
                  <a:pt x="493007" y="0"/>
                </a:lnTo>
                <a:lnTo>
                  <a:pt x="493007" y="1071755"/>
                </a:lnTo>
                <a:lnTo>
                  <a:pt x="0" y="1071755"/>
                </a:lnTo>
                <a:lnTo>
                  <a:pt x="0" y="0"/>
                </a:lnTo>
                <a:close/>
              </a:path>
            </a:pathLst>
          </a:custGeom>
          <a:blipFill>
            <a:blip r:embed="rId15"/>
            <a:stretch>
              <a:fillRect l="0" t="0" r="0" b="0"/>
            </a:stretch>
          </a:blipFill>
          <a:ln cap="sq">
            <a:noFill/>
            <a:prstDash val="solid"/>
            <a:miter/>
          </a:ln>
        </p:spPr>
      </p:sp>
      <p:sp>
        <p:nvSpPr>
          <p:cNvPr name="Freeform 62" id="62"/>
          <p:cNvSpPr/>
          <p:nvPr/>
        </p:nvSpPr>
        <p:spPr>
          <a:xfrm flipH="false" flipV="false" rot="0">
            <a:off x="12218103" y="3753987"/>
            <a:ext cx="320023" cy="332370"/>
          </a:xfrm>
          <a:custGeom>
            <a:avLst/>
            <a:gdLst/>
            <a:ahLst/>
            <a:cxnLst/>
            <a:rect r="r" b="b" t="t" l="l"/>
            <a:pathLst>
              <a:path h="332370" w="320023">
                <a:moveTo>
                  <a:pt x="0" y="0"/>
                </a:moveTo>
                <a:lnTo>
                  <a:pt x="320024" y="0"/>
                </a:lnTo>
                <a:lnTo>
                  <a:pt x="320024" y="332370"/>
                </a:lnTo>
                <a:lnTo>
                  <a:pt x="0" y="3323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3" id="63"/>
          <p:cNvSpPr/>
          <p:nvPr/>
        </p:nvSpPr>
        <p:spPr>
          <a:xfrm flipH="true" flipV="false" rot="0">
            <a:off x="11723167" y="3745951"/>
            <a:ext cx="317790" cy="330051"/>
          </a:xfrm>
          <a:custGeom>
            <a:avLst/>
            <a:gdLst/>
            <a:ahLst/>
            <a:cxnLst/>
            <a:rect r="r" b="b" t="t" l="l"/>
            <a:pathLst>
              <a:path h="330051" w="317790">
                <a:moveTo>
                  <a:pt x="317791" y="0"/>
                </a:moveTo>
                <a:lnTo>
                  <a:pt x="0" y="0"/>
                </a:lnTo>
                <a:lnTo>
                  <a:pt x="0" y="330051"/>
                </a:lnTo>
                <a:lnTo>
                  <a:pt x="317791" y="330051"/>
                </a:lnTo>
                <a:lnTo>
                  <a:pt x="317791"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4" id="64"/>
          <p:cNvSpPr/>
          <p:nvPr/>
        </p:nvSpPr>
        <p:spPr>
          <a:xfrm flipH="false" flipV="false" rot="0">
            <a:off x="12028464" y="3676231"/>
            <a:ext cx="189640" cy="399771"/>
          </a:xfrm>
          <a:custGeom>
            <a:avLst/>
            <a:gdLst/>
            <a:ahLst/>
            <a:cxnLst/>
            <a:rect r="r" b="b" t="t" l="l"/>
            <a:pathLst>
              <a:path h="399771" w="189640">
                <a:moveTo>
                  <a:pt x="0" y="0"/>
                </a:moveTo>
                <a:lnTo>
                  <a:pt x="189639" y="0"/>
                </a:lnTo>
                <a:lnTo>
                  <a:pt x="189639" y="399771"/>
                </a:lnTo>
                <a:lnTo>
                  <a:pt x="0" y="39977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5" id="65"/>
          <p:cNvSpPr/>
          <p:nvPr/>
        </p:nvSpPr>
        <p:spPr>
          <a:xfrm flipH="false" flipV="false" rot="0">
            <a:off x="12378115" y="3920172"/>
            <a:ext cx="62288" cy="53454"/>
          </a:xfrm>
          <a:custGeom>
            <a:avLst/>
            <a:gdLst/>
            <a:ahLst/>
            <a:cxnLst/>
            <a:rect r="r" b="b" t="t" l="l"/>
            <a:pathLst>
              <a:path h="53454" w="62288">
                <a:moveTo>
                  <a:pt x="0" y="0"/>
                </a:moveTo>
                <a:lnTo>
                  <a:pt x="62288" y="0"/>
                </a:lnTo>
                <a:lnTo>
                  <a:pt x="62288" y="53454"/>
                </a:lnTo>
                <a:lnTo>
                  <a:pt x="0" y="5345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6" id="66"/>
          <p:cNvSpPr/>
          <p:nvPr/>
        </p:nvSpPr>
        <p:spPr>
          <a:xfrm flipH="true" flipV="false" rot="0">
            <a:off x="11723167" y="3856172"/>
            <a:ext cx="63861" cy="54804"/>
          </a:xfrm>
          <a:custGeom>
            <a:avLst/>
            <a:gdLst/>
            <a:ahLst/>
            <a:cxnLst/>
            <a:rect r="r" b="b" t="t" l="l"/>
            <a:pathLst>
              <a:path h="54804" w="63861">
                <a:moveTo>
                  <a:pt x="63861" y="0"/>
                </a:moveTo>
                <a:lnTo>
                  <a:pt x="0" y="0"/>
                </a:lnTo>
                <a:lnTo>
                  <a:pt x="0" y="54805"/>
                </a:lnTo>
                <a:lnTo>
                  <a:pt x="63861" y="54805"/>
                </a:lnTo>
                <a:lnTo>
                  <a:pt x="63861"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67" id="67"/>
          <p:cNvSpPr/>
          <p:nvPr/>
        </p:nvSpPr>
        <p:spPr>
          <a:xfrm flipH="false" flipV="false" rot="-7202496">
            <a:off x="11828384" y="3697982"/>
            <a:ext cx="69372" cy="59534"/>
          </a:xfrm>
          <a:custGeom>
            <a:avLst/>
            <a:gdLst/>
            <a:ahLst/>
            <a:cxnLst/>
            <a:rect r="r" b="b" t="t" l="l"/>
            <a:pathLst>
              <a:path h="59534" w="69372">
                <a:moveTo>
                  <a:pt x="0" y="0"/>
                </a:moveTo>
                <a:lnTo>
                  <a:pt x="69373" y="0"/>
                </a:lnTo>
                <a:lnTo>
                  <a:pt x="69373" y="59534"/>
                </a:lnTo>
                <a:lnTo>
                  <a:pt x="0" y="5953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68" id="68"/>
          <p:cNvSpPr/>
          <p:nvPr/>
        </p:nvSpPr>
        <p:spPr>
          <a:xfrm flipH="false" flipV="false" rot="0">
            <a:off x="12186960" y="3830504"/>
            <a:ext cx="62288" cy="53454"/>
          </a:xfrm>
          <a:custGeom>
            <a:avLst/>
            <a:gdLst/>
            <a:ahLst/>
            <a:cxnLst/>
            <a:rect r="r" b="b" t="t" l="l"/>
            <a:pathLst>
              <a:path h="53454" w="62288">
                <a:moveTo>
                  <a:pt x="0" y="0"/>
                </a:moveTo>
                <a:lnTo>
                  <a:pt x="62287" y="0"/>
                </a:lnTo>
                <a:lnTo>
                  <a:pt x="62287" y="53454"/>
                </a:lnTo>
                <a:lnTo>
                  <a:pt x="0" y="5345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69" id="69"/>
          <p:cNvSpPr/>
          <p:nvPr/>
        </p:nvSpPr>
        <p:spPr>
          <a:xfrm flipH="true" flipV="false" rot="0">
            <a:off x="11850919" y="3930921"/>
            <a:ext cx="62288" cy="53454"/>
          </a:xfrm>
          <a:custGeom>
            <a:avLst/>
            <a:gdLst/>
            <a:ahLst/>
            <a:cxnLst/>
            <a:rect r="r" b="b" t="t" l="l"/>
            <a:pathLst>
              <a:path h="53454" w="62288">
                <a:moveTo>
                  <a:pt x="62287" y="0"/>
                </a:moveTo>
                <a:lnTo>
                  <a:pt x="0" y="0"/>
                </a:lnTo>
                <a:lnTo>
                  <a:pt x="0" y="53454"/>
                </a:lnTo>
                <a:lnTo>
                  <a:pt x="62287" y="53454"/>
                </a:lnTo>
                <a:lnTo>
                  <a:pt x="62287"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70" id="70"/>
          <p:cNvSpPr/>
          <p:nvPr/>
        </p:nvSpPr>
        <p:spPr>
          <a:xfrm flipH="false" flipV="false" rot="0">
            <a:off x="2190082" y="1529323"/>
            <a:ext cx="95420" cy="81888"/>
          </a:xfrm>
          <a:custGeom>
            <a:avLst/>
            <a:gdLst/>
            <a:ahLst/>
            <a:cxnLst/>
            <a:rect r="r" b="b" t="t" l="l"/>
            <a:pathLst>
              <a:path h="81888" w="95420">
                <a:moveTo>
                  <a:pt x="0" y="0"/>
                </a:moveTo>
                <a:lnTo>
                  <a:pt x="95420" y="0"/>
                </a:lnTo>
                <a:lnTo>
                  <a:pt x="95420" y="81888"/>
                </a:lnTo>
                <a:lnTo>
                  <a:pt x="0" y="818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71" id="71"/>
          <p:cNvSpPr/>
          <p:nvPr/>
        </p:nvSpPr>
        <p:spPr>
          <a:xfrm flipH="false" flipV="false" rot="0">
            <a:off x="12356078" y="3719224"/>
            <a:ext cx="62288" cy="53454"/>
          </a:xfrm>
          <a:custGeom>
            <a:avLst/>
            <a:gdLst/>
            <a:ahLst/>
            <a:cxnLst/>
            <a:rect r="r" b="b" t="t" l="l"/>
            <a:pathLst>
              <a:path h="53454" w="62288">
                <a:moveTo>
                  <a:pt x="0" y="0"/>
                </a:moveTo>
                <a:lnTo>
                  <a:pt x="62288" y="0"/>
                </a:lnTo>
                <a:lnTo>
                  <a:pt x="62288" y="53454"/>
                </a:lnTo>
                <a:lnTo>
                  <a:pt x="0" y="5345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72" id="72"/>
          <p:cNvSpPr/>
          <p:nvPr/>
        </p:nvSpPr>
        <p:spPr>
          <a:xfrm flipH="false" flipV="false" rot="0">
            <a:off x="6136548" y="1285466"/>
            <a:ext cx="503240" cy="1093999"/>
          </a:xfrm>
          <a:custGeom>
            <a:avLst/>
            <a:gdLst/>
            <a:ahLst/>
            <a:cxnLst/>
            <a:rect r="r" b="b" t="t" l="l"/>
            <a:pathLst>
              <a:path h="1093999" w="503240">
                <a:moveTo>
                  <a:pt x="0" y="0"/>
                </a:moveTo>
                <a:lnTo>
                  <a:pt x="503240" y="0"/>
                </a:lnTo>
                <a:lnTo>
                  <a:pt x="503240" y="1093999"/>
                </a:lnTo>
                <a:lnTo>
                  <a:pt x="0" y="1093999"/>
                </a:lnTo>
                <a:lnTo>
                  <a:pt x="0" y="0"/>
                </a:lnTo>
                <a:close/>
              </a:path>
            </a:pathLst>
          </a:custGeom>
          <a:blipFill>
            <a:blip r:embed="rId15"/>
            <a:stretch>
              <a:fillRect l="0" t="0" r="0" b="0"/>
            </a:stretch>
          </a:blipFill>
          <a:ln cap="sq">
            <a:noFill/>
            <a:prstDash val="solid"/>
            <a:miter/>
          </a:ln>
        </p:spPr>
      </p:sp>
      <p:sp>
        <p:nvSpPr>
          <p:cNvPr name="Freeform 73" id="73"/>
          <p:cNvSpPr/>
          <p:nvPr/>
        </p:nvSpPr>
        <p:spPr>
          <a:xfrm flipH="false" flipV="false" rot="0">
            <a:off x="6498950" y="2033564"/>
            <a:ext cx="326665" cy="339268"/>
          </a:xfrm>
          <a:custGeom>
            <a:avLst/>
            <a:gdLst/>
            <a:ahLst/>
            <a:cxnLst/>
            <a:rect r="r" b="b" t="t" l="l"/>
            <a:pathLst>
              <a:path h="339268" w="326665">
                <a:moveTo>
                  <a:pt x="0" y="0"/>
                </a:moveTo>
                <a:lnTo>
                  <a:pt x="326665" y="0"/>
                </a:lnTo>
                <a:lnTo>
                  <a:pt x="326665" y="339269"/>
                </a:lnTo>
                <a:lnTo>
                  <a:pt x="0" y="3392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74" id="74"/>
          <p:cNvSpPr/>
          <p:nvPr/>
        </p:nvSpPr>
        <p:spPr>
          <a:xfrm flipH="true" flipV="false" rot="0">
            <a:off x="5993741" y="2025362"/>
            <a:ext cx="324386" cy="336901"/>
          </a:xfrm>
          <a:custGeom>
            <a:avLst/>
            <a:gdLst/>
            <a:ahLst/>
            <a:cxnLst/>
            <a:rect r="r" b="b" t="t" l="l"/>
            <a:pathLst>
              <a:path h="336901" w="324386">
                <a:moveTo>
                  <a:pt x="324386" y="0"/>
                </a:moveTo>
                <a:lnTo>
                  <a:pt x="0" y="0"/>
                </a:lnTo>
                <a:lnTo>
                  <a:pt x="0" y="336901"/>
                </a:lnTo>
                <a:lnTo>
                  <a:pt x="324386" y="336901"/>
                </a:lnTo>
                <a:lnTo>
                  <a:pt x="324386"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75" id="75"/>
          <p:cNvSpPr/>
          <p:nvPr/>
        </p:nvSpPr>
        <p:spPr>
          <a:xfrm flipH="false" flipV="false" rot="0">
            <a:off x="6305374" y="1954194"/>
            <a:ext cx="193576" cy="408068"/>
          </a:xfrm>
          <a:custGeom>
            <a:avLst/>
            <a:gdLst/>
            <a:ahLst/>
            <a:cxnLst/>
            <a:rect r="r" b="b" t="t" l="l"/>
            <a:pathLst>
              <a:path h="408068" w="193576">
                <a:moveTo>
                  <a:pt x="0" y="0"/>
                </a:moveTo>
                <a:lnTo>
                  <a:pt x="193576" y="0"/>
                </a:lnTo>
                <a:lnTo>
                  <a:pt x="193576" y="408069"/>
                </a:lnTo>
                <a:lnTo>
                  <a:pt x="0" y="4080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76" id="76"/>
          <p:cNvSpPr/>
          <p:nvPr/>
        </p:nvSpPr>
        <p:spPr>
          <a:xfrm flipH="false" flipV="false" rot="0">
            <a:off x="6662282" y="2203198"/>
            <a:ext cx="63580" cy="54564"/>
          </a:xfrm>
          <a:custGeom>
            <a:avLst/>
            <a:gdLst/>
            <a:ahLst/>
            <a:cxnLst/>
            <a:rect r="r" b="b" t="t" l="l"/>
            <a:pathLst>
              <a:path h="54564" w="63580">
                <a:moveTo>
                  <a:pt x="0" y="0"/>
                </a:moveTo>
                <a:lnTo>
                  <a:pt x="63581" y="0"/>
                </a:lnTo>
                <a:lnTo>
                  <a:pt x="63581" y="54564"/>
                </a:lnTo>
                <a:lnTo>
                  <a:pt x="0" y="5456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77" id="77"/>
          <p:cNvSpPr/>
          <p:nvPr/>
        </p:nvSpPr>
        <p:spPr>
          <a:xfrm flipH="true" flipV="false" rot="0">
            <a:off x="5993741" y="2137871"/>
            <a:ext cx="65186" cy="55942"/>
          </a:xfrm>
          <a:custGeom>
            <a:avLst/>
            <a:gdLst/>
            <a:ahLst/>
            <a:cxnLst/>
            <a:rect r="r" b="b" t="t" l="l"/>
            <a:pathLst>
              <a:path h="55942" w="65186">
                <a:moveTo>
                  <a:pt x="65187" y="0"/>
                </a:moveTo>
                <a:lnTo>
                  <a:pt x="0" y="0"/>
                </a:lnTo>
                <a:lnTo>
                  <a:pt x="0" y="55941"/>
                </a:lnTo>
                <a:lnTo>
                  <a:pt x="65187" y="55941"/>
                </a:lnTo>
                <a:lnTo>
                  <a:pt x="65187"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78" id="78"/>
          <p:cNvSpPr/>
          <p:nvPr/>
        </p:nvSpPr>
        <p:spPr>
          <a:xfrm flipH="false" flipV="false" rot="-7202496">
            <a:off x="6101142" y="1976397"/>
            <a:ext cx="70812" cy="60770"/>
          </a:xfrm>
          <a:custGeom>
            <a:avLst/>
            <a:gdLst/>
            <a:ahLst/>
            <a:cxnLst/>
            <a:rect r="r" b="b" t="t" l="l"/>
            <a:pathLst>
              <a:path h="60770" w="70812">
                <a:moveTo>
                  <a:pt x="0" y="0"/>
                </a:moveTo>
                <a:lnTo>
                  <a:pt x="70812" y="0"/>
                </a:lnTo>
                <a:lnTo>
                  <a:pt x="70812" y="60770"/>
                </a:lnTo>
                <a:lnTo>
                  <a:pt x="0" y="60770"/>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79" id="79"/>
          <p:cNvSpPr/>
          <p:nvPr/>
        </p:nvSpPr>
        <p:spPr>
          <a:xfrm flipH="false" flipV="false" rot="0">
            <a:off x="6467159" y="2111669"/>
            <a:ext cx="63580" cy="54564"/>
          </a:xfrm>
          <a:custGeom>
            <a:avLst/>
            <a:gdLst/>
            <a:ahLst/>
            <a:cxnLst/>
            <a:rect r="r" b="b" t="t" l="l"/>
            <a:pathLst>
              <a:path h="54564" w="63580">
                <a:moveTo>
                  <a:pt x="0" y="0"/>
                </a:moveTo>
                <a:lnTo>
                  <a:pt x="63581" y="0"/>
                </a:lnTo>
                <a:lnTo>
                  <a:pt x="63581" y="54564"/>
                </a:lnTo>
                <a:lnTo>
                  <a:pt x="0" y="5456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80" id="80"/>
          <p:cNvSpPr/>
          <p:nvPr/>
        </p:nvSpPr>
        <p:spPr>
          <a:xfrm flipH="true" flipV="false" rot="0">
            <a:off x="6124144" y="2214170"/>
            <a:ext cx="63580" cy="54564"/>
          </a:xfrm>
          <a:custGeom>
            <a:avLst/>
            <a:gdLst/>
            <a:ahLst/>
            <a:cxnLst/>
            <a:rect r="r" b="b" t="t" l="l"/>
            <a:pathLst>
              <a:path h="54564" w="63580">
                <a:moveTo>
                  <a:pt x="63581" y="0"/>
                </a:moveTo>
                <a:lnTo>
                  <a:pt x="0" y="0"/>
                </a:lnTo>
                <a:lnTo>
                  <a:pt x="0" y="54564"/>
                </a:lnTo>
                <a:lnTo>
                  <a:pt x="63581" y="54564"/>
                </a:lnTo>
                <a:lnTo>
                  <a:pt x="63581"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81" id="81"/>
          <p:cNvSpPr/>
          <p:nvPr/>
        </p:nvSpPr>
        <p:spPr>
          <a:xfrm flipH="false" flipV="false" rot="0">
            <a:off x="6825615" y="2111669"/>
            <a:ext cx="74864" cy="64247"/>
          </a:xfrm>
          <a:custGeom>
            <a:avLst/>
            <a:gdLst/>
            <a:ahLst/>
            <a:cxnLst/>
            <a:rect r="r" b="b" t="t" l="l"/>
            <a:pathLst>
              <a:path h="64247" w="74864">
                <a:moveTo>
                  <a:pt x="0" y="0"/>
                </a:moveTo>
                <a:lnTo>
                  <a:pt x="74864" y="0"/>
                </a:lnTo>
                <a:lnTo>
                  <a:pt x="74864" y="64248"/>
                </a:lnTo>
                <a:lnTo>
                  <a:pt x="0" y="6424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82" id="82"/>
          <p:cNvSpPr/>
          <p:nvPr/>
        </p:nvSpPr>
        <p:spPr>
          <a:xfrm flipH="false" flipV="false" rot="0">
            <a:off x="6639788" y="1998080"/>
            <a:ext cx="63580" cy="54564"/>
          </a:xfrm>
          <a:custGeom>
            <a:avLst/>
            <a:gdLst/>
            <a:ahLst/>
            <a:cxnLst/>
            <a:rect r="r" b="b" t="t" l="l"/>
            <a:pathLst>
              <a:path h="54564" w="63580">
                <a:moveTo>
                  <a:pt x="0" y="0"/>
                </a:moveTo>
                <a:lnTo>
                  <a:pt x="63580" y="0"/>
                </a:lnTo>
                <a:lnTo>
                  <a:pt x="63580" y="54563"/>
                </a:lnTo>
                <a:lnTo>
                  <a:pt x="0" y="54563"/>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83" id="83"/>
          <p:cNvSpPr txBox="true"/>
          <p:nvPr/>
        </p:nvSpPr>
        <p:spPr>
          <a:xfrm rot="0">
            <a:off x="6644045" y="4616156"/>
            <a:ext cx="3544404" cy="529205"/>
          </a:xfrm>
          <a:prstGeom prst="rect">
            <a:avLst/>
          </a:prstGeom>
        </p:spPr>
        <p:txBody>
          <a:bodyPr anchor="t" rtlCol="false" tIns="0" lIns="0" bIns="0" rIns="0">
            <a:spAutoFit/>
          </a:bodyPr>
          <a:lstStyle/>
          <a:p>
            <a:pPr algn="ctr" marL="0" indent="0" lvl="0">
              <a:lnSpc>
                <a:spcPts val="4128"/>
              </a:lnSpc>
              <a:spcBef>
                <a:spcPct val="0"/>
              </a:spcBef>
            </a:pPr>
            <a:r>
              <a:rPr lang="en-US" b="true" sz="2948">
                <a:solidFill>
                  <a:srgbClr val="C2DCFF"/>
                </a:solidFill>
                <a:latin typeface="The Seasons Bold"/>
                <a:ea typeface="The Seasons Bold"/>
                <a:cs typeface="The Seasons Bold"/>
                <a:sym typeface="The Seasons Bold"/>
              </a:rPr>
              <a:t>AAKRUTI</a:t>
            </a:r>
          </a:p>
        </p:txBody>
      </p:sp>
      <p:sp>
        <p:nvSpPr>
          <p:cNvPr name="Freeform 84" id="84"/>
          <p:cNvSpPr/>
          <p:nvPr/>
        </p:nvSpPr>
        <p:spPr>
          <a:xfrm flipH="false" flipV="false" rot="-10800000">
            <a:off x="5526927" y="2872593"/>
            <a:ext cx="1684336" cy="2148612"/>
          </a:xfrm>
          <a:custGeom>
            <a:avLst/>
            <a:gdLst/>
            <a:ahLst/>
            <a:cxnLst/>
            <a:rect r="r" b="b" t="t" l="l"/>
            <a:pathLst>
              <a:path h="2148612" w="1684336">
                <a:moveTo>
                  <a:pt x="0" y="0"/>
                </a:moveTo>
                <a:lnTo>
                  <a:pt x="1684337" y="0"/>
                </a:lnTo>
                <a:lnTo>
                  <a:pt x="1684337" y="2148612"/>
                </a:lnTo>
                <a:lnTo>
                  <a:pt x="0" y="2148612"/>
                </a:lnTo>
                <a:lnTo>
                  <a:pt x="0" y="0"/>
                </a:lnTo>
                <a:close/>
              </a:path>
            </a:pathLst>
          </a:custGeom>
          <a:blipFill>
            <a:blip r:embed="rId8">
              <a:alphaModFix amt="32999"/>
            </a:blip>
            <a:stretch>
              <a:fillRect l="0" t="-2106" r="-15688" b="-11416"/>
            </a:stretch>
          </a:blipFill>
        </p:spPr>
      </p:sp>
      <p:sp>
        <p:nvSpPr>
          <p:cNvPr name="Freeform 85" id="85"/>
          <p:cNvSpPr/>
          <p:nvPr/>
        </p:nvSpPr>
        <p:spPr>
          <a:xfrm flipH="false" flipV="false" rot="0">
            <a:off x="7062792" y="5021205"/>
            <a:ext cx="2706910" cy="2389260"/>
          </a:xfrm>
          <a:custGeom>
            <a:avLst/>
            <a:gdLst/>
            <a:ahLst/>
            <a:cxnLst/>
            <a:rect r="r" b="b" t="t" l="l"/>
            <a:pathLst>
              <a:path h="2389260" w="2706910">
                <a:moveTo>
                  <a:pt x="0" y="0"/>
                </a:moveTo>
                <a:lnTo>
                  <a:pt x="2706910" y="0"/>
                </a:lnTo>
                <a:lnTo>
                  <a:pt x="2706910" y="2389260"/>
                </a:lnTo>
                <a:lnTo>
                  <a:pt x="0" y="2389260"/>
                </a:lnTo>
                <a:lnTo>
                  <a:pt x="0" y="0"/>
                </a:lnTo>
                <a:close/>
              </a:path>
            </a:pathLst>
          </a:custGeom>
          <a:blipFill>
            <a:blip r:embed="rId30"/>
            <a:stretch>
              <a:fillRect l="0" t="0" r="0" b="-9190"/>
            </a:stretch>
          </a:blipFill>
        </p:spPr>
      </p:sp>
      <p:sp>
        <p:nvSpPr>
          <p:cNvPr name="TextBox 86" id="86"/>
          <p:cNvSpPr txBox="true"/>
          <p:nvPr/>
        </p:nvSpPr>
        <p:spPr>
          <a:xfrm rot="0">
            <a:off x="6052911" y="5052016"/>
            <a:ext cx="4737035" cy="158115"/>
          </a:xfrm>
          <a:prstGeom prst="rect">
            <a:avLst/>
          </a:prstGeom>
        </p:spPr>
        <p:txBody>
          <a:bodyPr anchor="t" rtlCol="false" tIns="0" lIns="0" bIns="0" rIns="0">
            <a:spAutoFit/>
          </a:bodyPr>
          <a:lstStyle/>
          <a:p>
            <a:pPr algn="ctr">
              <a:lnSpc>
                <a:spcPts val="1260"/>
              </a:lnSpc>
              <a:spcBef>
                <a:spcPct val="0"/>
              </a:spcBef>
            </a:pPr>
            <a:r>
              <a:rPr lang="en-US" sz="900">
                <a:solidFill>
                  <a:srgbClr val="C2DCFF">
                    <a:alpha val="80784"/>
                  </a:srgbClr>
                </a:solidFill>
                <a:latin typeface="Hatton"/>
                <a:ea typeface="Hatton"/>
                <a:cs typeface="Hatton"/>
                <a:sym typeface="Hatton"/>
              </a:rPr>
              <a:t>ELEGANCE FOR EVERY SPACE</a:t>
            </a:r>
          </a:p>
        </p:txBody>
      </p:sp>
      <p:sp>
        <p:nvSpPr>
          <p:cNvPr name="TextBox 87" id="87"/>
          <p:cNvSpPr txBox="true"/>
          <p:nvPr/>
        </p:nvSpPr>
        <p:spPr>
          <a:xfrm rot="0">
            <a:off x="11413423" y="4682831"/>
            <a:ext cx="1566470" cy="1887981"/>
          </a:xfrm>
          <a:prstGeom prst="rect">
            <a:avLst/>
          </a:prstGeom>
        </p:spPr>
        <p:txBody>
          <a:bodyPr anchor="t" rtlCol="false" tIns="0" lIns="0" bIns="0" rIns="0">
            <a:spAutoFit/>
          </a:bodyPr>
          <a:lstStyle/>
          <a:p>
            <a:pPr algn="just">
              <a:lnSpc>
                <a:spcPts val="1277"/>
              </a:lnSpc>
              <a:spcBef>
                <a:spcPct val="0"/>
              </a:spcBef>
            </a:pPr>
            <a:r>
              <a:rPr lang="en-US" sz="912">
                <a:solidFill>
                  <a:srgbClr val="C2DCFF"/>
                </a:solidFill>
                <a:latin typeface="Anton"/>
                <a:ea typeface="Anton"/>
                <a:cs typeface="Anton"/>
                <a:sym typeface="Anton"/>
              </a:rPr>
              <a:t>AAKRUTI anufactures handcrafted ceramic décor products using high-quality natural clay. Our skilled artisans carefully shape, design, and finish each piece with attention to detail. We combine traditional pottery techniques with modern designs to create elegant and durable décor items. Every product is made to add beauty and elegance to your living space.</a:t>
            </a:r>
          </a:p>
        </p:txBody>
      </p:sp>
      <p:sp>
        <p:nvSpPr>
          <p:cNvPr name="Freeform 88" id="88"/>
          <p:cNvSpPr/>
          <p:nvPr/>
        </p:nvSpPr>
        <p:spPr>
          <a:xfrm flipH="false" flipV="false" rot="0">
            <a:off x="8243003" y="5714956"/>
            <a:ext cx="337828" cy="734408"/>
          </a:xfrm>
          <a:custGeom>
            <a:avLst/>
            <a:gdLst/>
            <a:ahLst/>
            <a:cxnLst/>
            <a:rect r="r" b="b" t="t" l="l"/>
            <a:pathLst>
              <a:path h="734408" w="337828">
                <a:moveTo>
                  <a:pt x="0" y="0"/>
                </a:moveTo>
                <a:lnTo>
                  <a:pt x="337827" y="0"/>
                </a:lnTo>
                <a:lnTo>
                  <a:pt x="337827" y="734408"/>
                </a:lnTo>
                <a:lnTo>
                  <a:pt x="0" y="734408"/>
                </a:lnTo>
                <a:lnTo>
                  <a:pt x="0" y="0"/>
                </a:lnTo>
                <a:close/>
              </a:path>
            </a:pathLst>
          </a:custGeom>
          <a:blipFill>
            <a:blip r:embed="rId31"/>
            <a:stretch>
              <a:fillRect l="0" t="0" r="0" b="0"/>
            </a:stretch>
          </a:blipFill>
        </p:spPr>
      </p:sp>
      <p:sp>
        <p:nvSpPr>
          <p:cNvPr name="Freeform 89" id="89"/>
          <p:cNvSpPr/>
          <p:nvPr/>
        </p:nvSpPr>
        <p:spPr>
          <a:xfrm flipH="false" flipV="false" rot="0">
            <a:off x="8486285" y="6217158"/>
            <a:ext cx="219292" cy="227753"/>
          </a:xfrm>
          <a:custGeom>
            <a:avLst/>
            <a:gdLst/>
            <a:ahLst/>
            <a:cxnLst/>
            <a:rect r="r" b="b" t="t" l="l"/>
            <a:pathLst>
              <a:path h="227753" w="219292">
                <a:moveTo>
                  <a:pt x="0" y="0"/>
                </a:moveTo>
                <a:lnTo>
                  <a:pt x="219292" y="0"/>
                </a:lnTo>
                <a:lnTo>
                  <a:pt x="219292" y="227753"/>
                </a:lnTo>
                <a:lnTo>
                  <a:pt x="0" y="227753"/>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90" id="90"/>
          <p:cNvSpPr/>
          <p:nvPr/>
        </p:nvSpPr>
        <p:spPr>
          <a:xfrm flipH="true" flipV="false" rot="0">
            <a:off x="8147136" y="6211652"/>
            <a:ext cx="217762" cy="226164"/>
          </a:xfrm>
          <a:custGeom>
            <a:avLst/>
            <a:gdLst/>
            <a:ahLst/>
            <a:cxnLst/>
            <a:rect r="r" b="b" t="t" l="l"/>
            <a:pathLst>
              <a:path h="226164" w="217762">
                <a:moveTo>
                  <a:pt x="217762" y="0"/>
                </a:moveTo>
                <a:lnTo>
                  <a:pt x="0" y="0"/>
                </a:lnTo>
                <a:lnTo>
                  <a:pt x="0" y="226164"/>
                </a:lnTo>
                <a:lnTo>
                  <a:pt x="217762" y="226164"/>
                </a:lnTo>
                <a:lnTo>
                  <a:pt x="217762"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91" id="91"/>
          <p:cNvSpPr/>
          <p:nvPr/>
        </p:nvSpPr>
        <p:spPr>
          <a:xfrm flipH="false" flipV="false" rot="0">
            <a:off x="8356336" y="6163877"/>
            <a:ext cx="129949" cy="273939"/>
          </a:xfrm>
          <a:custGeom>
            <a:avLst/>
            <a:gdLst/>
            <a:ahLst/>
            <a:cxnLst/>
            <a:rect r="r" b="b" t="t" l="l"/>
            <a:pathLst>
              <a:path h="273939" w="129949">
                <a:moveTo>
                  <a:pt x="0" y="0"/>
                </a:moveTo>
                <a:lnTo>
                  <a:pt x="129949" y="0"/>
                </a:lnTo>
                <a:lnTo>
                  <a:pt x="129949" y="273939"/>
                </a:lnTo>
                <a:lnTo>
                  <a:pt x="0" y="2739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2" id="92"/>
          <p:cNvSpPr/>
          <p:nvPr/>
        </p:nvSpPr>
        <p:spPr>
          <a:xfrm flipH="false" flipV="false" rot="0">
            <a:off x="8595931" y="6331035"/>
            <a:ext cx="42682" cy="36629"/>
          </a:xfrm>
          <a:custGeom>
            <a:avLst/>
            <a:gdLst/>
            <a:ahLst/>
            <a:cxnLst/>
            <a:rect r="r" b="b" t="t" l="l"/>
            <a:pathLst>
              <a:path h="36629" w="42682">
                <a:moveTo>
                  <a:pt x="0" y="0"/>
                </a:moveTo>
                <a:lnTo>
                  <a:pt x="42682" y="0"/>
                </a:lnTo>
                <a:lnTo>
                  <a:pt x="42682" y="36629"/>
                </a:lnTo>
                <a:lnTo>
                  <a:pt x="0" y="36629"/>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93" id="93"/>
          <p:cNvSpPr/>
          <p:nvPr/>
        </p:nvSpPr>
        <p:spPr>
          <a:xfrm flipH="true" flipV="false" rot="0">
            <a:off x="8147136" y="6287180"/>
            <a:ext cx="43760" cy="37554"/>
          </a:xfrm>
          <a:custGeom>
            <a:avLst/>
            <a:gdLst/>
            <a:ahLst/>
            <a:cxnLst/>
            <a:rect r="r" b="b" t="t" l="l"/>
            <a:pathLst>
              <a:path h="37554" w="43760">
                <a:moveTo>
                  <a:pt x="43760" y="0"/>
                </a:moveTo>
                <a:lnTo>
                  <a:pt x="0" y="0"/>
                </a:lnTo>
                <a:lnTo>
                  <a:pt x="0" y="37554"/>
                </a:lnTo>
                <a:lnTo>
                  <a:pt x="43760" y="37554"/>
                </a:lnTo>
                <a:lnTo>
                  <a:pt x="4376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4" id="94"/>
          <p:cNvSpPr/>
          <p:nvPr/>
        </p:nvSpPr>
        <p:spPr>
          <a:xfrm flipH="false" flipV="false" rot="-7202496">
            <a:off x="8219234" y="6178782"/>
            <a:ext cx="47536" cy="40795"/>
          </a:xfrm>
          <a:custGeom>
            <a:avLst/>
            <a:gdLst/>
            <a:ahLst/>
            <a:cxnLst/>
            <a:rect r="r" b="b" t="t" l="l"/>
            <a:pathLst>
              <a:path h="40795" w="47536">
                <a:moveTo>
                  <a:pt x="0" y="0"/>
                </a:moveTo>
                <a:lnTo>
                  <a:pt x="47537" y="0"/>
                </a:lnTo>
                <a:lnTo>
                  <a:pt x="47537" y="40795"/>
                </a:lnTo>
                <a:lnTo>
                  <a:pt x="0" y="407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5" id="95"/>
          <p:cNvSpPr/>
          <p:nvPr/>
        </p:nvSpPr>
        <p:spPr>
          <a:xfrm flipH="false" flipV="false" rot="0">
            <a:off x="8464944" y="6269591"/>
            <a:ext cx="42682" cy="36629"/>
          </a:xfrm>
          <a:custGeom>
            <a:avLst/>
            <a:gdLst/>
            <a:ahLst/>
            <a:cxnLst/>
            <a:rect r="r" b="b" t="t" l="l"/>
            <a:pathLst>
              <a:path h="36629" w="42682">
                <a:moveTo>
                  <a:pt x="0" y="0"/>
                </a:moveTo>
                <a:lnTo>
                  <a:pt x="42682" y="0"/>
                </a:lnTo>
                <a:lnTo>
                  <a:pt x="42682" y="36629"/>
                </a:lnTo>
                <a:lnTo>
                  <a:pt x="0" y="366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6" id="96"/>
          <p:cNvSpPr/>
          <p:nvPr/>
        </p:nvSpPr>
        <p:spPr>
          <a:xfrm flipH="true" flipV="false" rot="0">
            <a:off x="8234676" y="6338400"/>
            <a:ext cx="42682" cy="36629"/>
          </a:xfrm>
          <a:custGeom>
            <a:avLst/>
            <a:gdLst/>
            <a:ahLst/>
            <a:cxnLst/>
            <a:rect r="r" b="b" t="t" l="l"/>
            <a:pathLst>
              <a:path h="36629" w="42682">
                <a:moveTo>
                  <a:pt x="42682" y="0"/>
                </a:moveTo>
                <a:lnTo>
                  <a:pt x="0" y="0"/>
                </a:lnTo>
                <a:lnTo>
                  <a:pt x="0" y="36629"/>
                </a:lnTo>
                <a:lnTo>
                  <a:pt x="42682" y="36629"/>
                </a:lnTo>
                <a:lnTo>
                  <a:pt x="42682"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97" id="97"/>
          <p:cNvSpPr/>
          <p:nvPr/>
        </p:nvSpPr>
        <p:spPr>
          <a:xfrm flipH="false" flipV="false" rot="0">
            <a:off x="8705577" y="6269591"/>
            <a:ext cx="50257" cy="43130"/>
          </a:xfrm>
          <a:custGeom>
            <a:avLst/>
            <a:gdLst/>
            <a:ahLst/>
            <a:cxnLst/>
            <a:rect r="r" b="b" t="t" l="l"/>
            <a:pathLst>
              <a:path h="43130" w="50257">
                <a:moveTo>
                  <a:pt x="0" y="0"/>
                </a:moveTo>
                <a:lnTo>
                  <a:pt x="50257" y="0"/>
                </a:lnTo>
                <a:lnTo>
                  <a:pt x="50257" y="43129"/>
                </a:lnTo>
                <a:lnTo>
                  <a:pt x="0" y="431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8" id="98"/>
          <p:cNvSpPr/>
          <p:nvPr/>
        </p:nvSpPr>
        <p:spPr>
          <a:xfrm flipH="false" flipV="false" rot="0">
            <a:off x="8580830" y="6193338"/>
            <a:ext cx="42682" cy="36629"/>
          </a:xfrm>
          <a:custGeom>
            <a:avLst/>
            <a:gdLst/>
            <a:ahLst/>
            <a:cxnLst/>
            <a:rect r="r" b="b" t="t" l="l"/>
            <a:pathLst>
              <a:path h="36629" w="42682">
                <a:moveTo>
                  <a:pt x="0" y="0"/>
                </a:moveTo>
                <a:lnTo>
                  <a:pt x="42682" y="0"/>
                </a:lnTo>
                <a:lnTo>
                  <a:pt x="42682" y="36628"/>
                </a:lnTo>
                <a:lnTo>
                  <a:pt x="0" y="366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2DCFF"/>
        </a:solidFill>
      </p:bgPr>
    </p:bg>
    <p:spTree>
      <p:nvGrpSpPr>
        <p:cNvPr id="1" name=""/>
        <p:cNvGrpSpPr/>
        <p:nvPr/>
      </p:nvGrpSpPr>
      <p:grpSpPr>
        <a:xfrm>
          <a:off x="0" y="0"/>
          <a:ext cx="0" cy="0"/>
          <a:chOff x="0" y="0"/>
          <a:chExt cx="0" cy="0"/>
        </a:xfrm>
      </p:grpSpPr>
      <p:sp>
        <p:nvSpPr>
          <p:cNvPr name="Freeform 2" id="2"/>
          <p:cNvSpPr/>
          <p:nvPr/>
        </p:nvSpPr>
        <p:spPr>
          <a:xfrm flipH="false" flipV="false" rot="0">
            <a:off x="5545822" y="0"/>
            <a:ext cx="12676503" cy="11199277"/>
          </a:xfrm>
          <a:custGeom>
            <a:avLst/>
            <a:gdLst/>
            <a:ahLst/>
            <a:cxnLst/>
            <a:rect r="r" b="b" t="t" l="l"/>
            <a:pathLst>
              <a:path h="11199277" w="12676503">
                <a:moveTo>
                  <a:pt x="0" y="0"/>
                </a:moveTo>
                <a:lnTo>
                  <a:pt x="12676503" y="0"/>
                </a:lnTo>
                <a:lnTo>
                  <a:pt x="12676503" y="11199277"/>
                </a:lnTo>
                <a:lnTo>
                  <a:pt x="0" y="11199277"/>
                </a:lnTo>
                <a:lnTo>
                  <a:pt x="0" y="0"/>
                </a:lnTo>
                <a:close/>
              </a:path>
            </a:pathLst>
          </a:custGeom>
          <a:blipFill>
            <a:blip r:embed="rId2"/>
            <a:stretch>
              <a:fillRect l="0" t="-21976" r="0" b="-21976"/>
            </a:stretch>
          </a:blipFill>
        </p:spPr>
      </p:sp>
      <p:sp>
        <p:nvSpPr>
          <p:cNvPr name="Freeform 3" id="3"/>
          <p:cNvSpPr/>
          <p:nvPr/>
        </p:nvSpPr>
        <p:spPr>
          <a:xfrm flipH="false" flipV="false" rot="0">
            <a:off x="9028955" y="5321894"/>
            <a:ext cx="2289857" cy="4518650"/>
          </a:xfrm>
          <a:custGeom>
            <a:avLst/>
            <a:gdLst/>
            <a:ahLst/>
            <a:cxnLst/>
            <a:rect r="r" b="b" t="t" l="l"/>
            <a:pathLst>
              <a:path h="4518650" w="2289857">
                <a:moveTo>
                  <a:pt x="0" y="0"/>
                </a:moveTo>
                <a:lnTo>
                  <a:pt x="2289857" y="0"/>
                </a:lnTo>
                <a:lnTo>
                  <a:pt x="2289857" y="4518650"/>
                </a:lnTo>
                <a:lnTo>
                  <a:pt x="0" y="4518650"/>
                </a:lnTo>
                <a:lnTo>
                  <a:pt x="0" y="0"/>
                </a:lnTo>
                <a:close/>
              </a:path>
            </a:pathLst>
          </a:custGeom>
          <a:blipFill>
            <a:blip r:embed="rId3"/>
            <a:stretch>
              <a:fillRect l="0" t="0" r="0" b="0"/>
            </a:stretch>
          </a:blipFill>
        </p:spPr>
      </p:sp>
      <p:sp>
        <p:nvSpPr>
          <p:cNvPr name="Freeform 4" id="4"/>
          <p:cNvSpPr/>
          <p:nvPr/>
        </p:nvSpPr>
        <p:spPr>
          <a:xfrm flipH="false" flipV="false" rot="0">
            <a:off x="11069460" y="2614037"/>
            <a:ext cx="814613" cy="1770898"/>
          </a:xfrm>
          <a:custGeom>
            <a:avLst/>
            <a:gdLst/>
            <a:ahLst/>
            <a:cxnLst/>
            <a:rect r="r" b="b" t="t" l="l"/>
            <a:pathLst>
              <a:path h="1770898" w="814613">
                <a:moveTo>
                  <a:pt x="0" y="0"/>
                </a:moveTo>
                <a:lnTo>
                  <a:pt x="814613" y="0"/>
                </a:lnTo>
                <a:lnTo>
                  <a:pt x="814613" y="1770898"/>
                </a:lnTo>
                <a:lnTo>
                  <a:pt x="0" y="1770898"/>
                </a:lnTo>
                <a:lnTo>
                  <a:pt x="0" y="0"/>
                </a:lnTo>
                <a:close/>
              </a:path>
            </a:pathLst>
          </a:custGeom>
          <a:blipFill>
            <a:blip r:embed="rId4"/>
            <a:stretch>
              <a:fillRect l="0" t="0" r="0" b="0"/>
            </a:stretch>
          </a:blipFill>
        </p:spPr>
      </p:sp>
      <p:sp>
        <p:nvSpPr>
          <p:cNvPr name="Freeform 5" id="5"/>
          <p:cNvSpPr/>
          <p:nvPr/>
        </p:nvSpPr>
        <p:spPr>
          <a:xfrm flipH="false" flipV="false" rot="0">
            <a:off x="11656093" y="3825012"/>
            <a:ext cx="528786" cy="549187"/>
          </a:xfrm>
          <a:custGeom>
            <a:avLst/>
            <a:gdLst/>
            <a:ahLst/>
            <a:cxnLst/>
            <a:rect r="r" b="b" t="t" l="l"/>
            <a:pathLst>
              <a:path h="549187" w="528786">
                <a:moveTo>
                  <a:pt x="0" y="0"/>
                </a:moveTo>
                <a:lnTo>
                  <a:pt x="528786" y="0"/>
                </a:lnTo>
                <a:lnTo>
                  <a:pt x="528786" y="549187"/>
                </a:lnTo>
                <a:lnTo>
                  <a:pt x="0" y="5491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0838293" y="3811734"/>
            <a:ext cx="525096" cy="545355"/>
          </a:xfrm>
          <a:custGeom>
            <a:avLst/>
            <a:gdLst/>
            <a:ahLst/>
            <a:cxnLst/>
            <a:rect r="r" b="b" t="t" l="l"/>
            <a:pathLst>
              <a:path h="545355" w="525096">
                <a:moveTo>
                  <a:pt x="525096" y="0"/>
                </a:moveTo>
                <a:lnTo>
                  <a:pt x="0" y="0"/>
                </a:lnTo>
                <a:lnTo>
                  <a:pt x="0" y="545355"/>
                </a:lnTo>
                <a:lnTo>
                  <a:pt x="525096" y="545355"/>
                </a:lnTo>
                <a:lnTo>
                  <a:pt x="52509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342745" y="3696533"/>
            <a:ext cx="313348" cy="660556"/>
          </a:xfrm>
          <a:custGeom>
            <a:avLst/>
            <a:gdLst/>
            <a:ahLst/>
            <a:cxnLst/>
            <a:rect r="r" b="b" t="t" l="l"/>
            <a:pathLst>
              <a:path h="660556" w="313348">
                <a:moveTo>
                  <a:pt x="0" y="0"/>
                </a:moveTo>
                <a:lnTo>
                  <a:pt x="313348" y="0"/>
                </a:lnTo>
                <a:lnTo>
                  <a:pt x="313348" y="660556"/>
                </a:lnTo>
                <a:lnTo>
                  <a:pt x="0" y="6605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1920486" y="4099605"/>
            <a:ext cx="102920" cy="88324"/>
          </a:xfrm>
          <a:custGeom>
            <a:avLst/>
            <a:gdLst/>
            <a:ahLst/>
            <a:cxnLst/>
            <a:rect r="r" b="b" t="t" l="l"/>
            <a:pathLst>
              <a:path h="88324" w="102920">
                <a:moveTo>
                  <a:pt x="0" y="0"/>
                </a:moveTo>
                <a:lnTo>
                  <a:pt x="102920" y="0"/>
                </a:lnTo>
                <a:lnTo>
                  <a:pt x="102920" y="88324"/>
                </a:lnTo>
                <a:lnTo>
                  <a:pt x="0" y="883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true" flipV="false" rot="0">
            <a:off x="10838293" y="3993857"/>
            <a:ext cx="105519" cy="90555"/>
          </a:xfrm>
          <a:custGeom>
            <a:avLst/>
            <a:gdLst/>
            <a:ahLst/>
            <a:cxnLst/>
            <a:rect r="r" b="b" t="t" l="l"/>
            <a:pathLst>
              <a:path h="90555" w="105519">
                <a:moveTo>
                  <a:pt x="105520" y="0"/>
                </a:moveTo>
                <a:lnTo>
                  <a:pt x="0" y="0"/>
                </a:lnTo>
                <a:lnTo>
                  <a:pt x="0" y="90554"/>
                </a:lnTo>
                <a:lnTo>
                  <a:pt x="105520" y="90554"/>
                </a:lnTo>
                <a:lnTo>
                  <a:pt x="10552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7202496">
            <a:off x="11012147" y="3732474"/>
            <a:ext cx="114626" cy="98370"/>
          </a:xfrm>
          <a:custGeom>
            <a:avLst/>
            <a:gdLst/>
            <a:ahLst/>
            <a:cxnLst/>
            <a:rect r="r" b="b" t="t" l="l"/>
            <a:pathLst>
              <a:path h="98370" w="114626">
                <a:moveTo>
                  <a:pt x="0" y="0"/>
                </a:moveTo>
                <a:lnTo>
                  <a:pt x="114626" y="0"/>
                </a:lnTo>
                <a:lnTo>
                  <a:pt x="114626" y="98370"/>
                </a:lnTo>
                <a:lnTo>
                  <a:pt x="0" y="9837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1" id="11"/>
          <p:cNvSpPr/>
          <p:nvPr/>
        </p:nvSpPr>
        <p:spPr>
          <a:xfrm flipH="false" flipV="false" rot="0">
            <a:off x="11604633" y="3951444"/>
            <a:ext cx="102920" cy="88324"/>
          </a:xfrm>
          <a:custGeom>
            <a:avLst/>
            <a:gdLst/>
            <a:ahLst/>
            <a:cxnLst/>
            <a:rect r="r" b="b" t="t" l="l"/>
            <a:pathLst>
              <a:path h="88324" w="102920">
                <a:moveTo>
                  <a:pt x="0" y="0"/>
                </a:moveTo>
                <a:lnTo>
                  <a:pt x="102920" y="0"/>
                </a:lnTo>
                <a:lnTo>
                  <a:pt x="102920" y="88324"/>
                </a:lnTo>
                <a:lnTo>
                  <a:pt x="0" y="8832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true" flipV="false" rot="0">
            <a:off x="11049381" y="4117366"/>
            <a:ext cx="102920" cy="88324"/>
          </a:xfrm>
          <a:custGeom>
            <a:avLst/>
            <a:gdLst/>
            <a:ahLst/>
            <a:cxnLst/>
            <a:rect r="r" b="b" t="t" l="l"/>
            <a:pathLst>
              <a:path h="88324" w="102920">
                <a:moveTo>
                  <a:pt x="102920" y="0"/>
                </a:moveTo>
                <a:lnTo>
                  <a:pt x="0" y="0"/>
                </a:lnTo>
                <a:lnTo>
                  <a:pt x="0" y="88324"/>
                </a:lnTo>
                <a:lnTo>
                  <a:pt x="102920" y="88324"/>
                </a:lnTo>
                <a:lnTo>
                  <a:pt x="10292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12184879" y="3951444"/>
            <a:ext cx="121186" cy="103999"/>
          </a:xfrm>
          <a:custGeom>
            <a:avLst/>
            <a:gdLst/>
            <a:ahLst/>
            <a:cxnLst/>
            <a:rect r="r" b="b" t="t" l="l"/>
            <a:pathLst>
              <a:path h="103999" w="121186">
                <a:moveTo>
                  <a:pt x="0" y="0"/>
                </a:moveTo>
                <a:lnTo>
                  <a:pt x="121186" y="0"/>
                </a:lnTo>
                <a:lnTo>
                  <a:pt x="121186" y="103999"/>
                </a:lnTo>
                <a:lnTo>
                  <a:pt x="0" y="103999"/>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11884073" y="3767572"/>
            <a:ext cx="102920" cy="88324"/>
          </a:xfrm>
          <a:custGeom>
            <a:avLst/>
            <a:gdLst/>
            <a:ahLst/>
            <a:cxnLst/>
            <a:rect r="r" b="b" t="t" l="l"/>
            <a:pathLst>
              <a:path h="88324" w="102920">
                <a:moveTo>
                  <a:pt x="0" y="0"/>
                </a:moveTo>
                <a:lnTo>
                  <a:pt x="102920" y="0"/>
                </a:lnTo>
                <a:lnTo>
                  <a:pt x="102920" y="88324"/>
                </a:lnTo>
                <a:lnTo>
                  <a:pt x="0" y="8832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5" id="15"/>
          <p:cNvSpPr txBox="true"/>
          <p:nvPr/>
        </p:nvSpPr>
        <p:spPr>
          <a:xfrm rot="0">
            <a:off x="6997809" y="4318260"/>
            <a:ext cx="9003220" cy="792851"/>
          </a:xfrm>
          <a:prstGeom prst="rect">
            <a:avLst/>
          </a:prstGeom>
        </p:spPr>
        <p:txBody>
          <a:bodyPr anchor="t" rtlCol="false" tIns="0" lIns="0" bIns="0" rIns="0">
            <a:spAutoFit/>
          </a:bodyPr>
          <a:lstStyle/>
          <a:p>
            <a:pPr algn="ctr" marL="0" indent="0" lvl="0">
              <a:lnSpc>
                <a:spcPts val="6461"/>
              </a:lnSpc>
              <a:spcBef>
                <a:spcPct val="0"/>
              </a:spcBef>
            </a:pPr>
            <a:r>
              <a:rPr lang="en-US" b="true" sz="4615">
                <a:solidFill>
                  <a:srgbClr val="000B3D"/>
                </a:solidFill>
                <a:latin typeface="Playfair Display Bold"/>
                <a:ea typeface="Playfair Display Bold"/>
                <a:cs typeface="Playfair Display Bold"/>
                <a:sym typeface="Playfair Display Bold"/>
              </a:rPr>
              <a:t>AAKRUTI</a:t>
            </a:r>
          </a:p>
        </p:txBody>
      </p:sp>
      <p:sp>
        <p:nvSpPr>
          <p:cNvPr name="TextBox 16" id="16"/>
          <p:cNvSpPr txBox="true"/>
          <p:nvPr/>
        </p:nvSpPr>
        <p:spPr>
          <a:xfrm rot="0">
            <a:off x="9602806" y="5063486"/>
            <a:ext cx="3793225" cy="315596"/>
          </a:xfrm>
          <a:prstGeom prst="rect">
            <a:avLst/>
          </a:prstGeom>
        </p:spPr>
        <p:txBody>
          <a:bodyPr anchor="t" rtlCol="false" tIns="0" lIns="0" bIns="0" rIns="0">
            <a:spAutoFit/>
          </a:bodyPr>
          <a:lstStyle/>
          <a:p>
            <a:pPr algn="ctr">
              <a:lnSpc>
                <a:spcPts val="2466"/>
              </a:lnSpc>
              <a:spcBef>
                <a:spcPct val="0"/>
              </a:spcBef>
            </a:pPr>
            <a:r>
              <a:rPr lang="en-US" sz="1761">
                <a:solidFill>
                  <a:srgbClr val="000B3D">
                    <a:alpha val="80784"/>
                  </a:srgbClr>
                </a:solidFill>
                <a:latin typeface="Hatton"/>
                <a:ea typeface="Hatton"/>
                <a:cs typeface="Hatton"/>
                <a:sym typeface="Hatton"/>
              </a:rPr>
              <a:t>ELEGANCE FOR EVERY SPACE</a:t>
            </a:r>
          </a:p>
        </p:txBody>
      </p:sp>
      <p:sp>
        <p:nvSpPr>
          <p:cNvPr name="Freeform 17" id="17"/>
          <p:cNvSpPr/>
          <p:nvPr/>
        </p:nvSpPr>
        <p:spPr>
          <a:xfrm flipH="true" flipV="false" rot="902482">
            <a:off x="12968853" y="8188937"/>
            <a:ext cx="1441362" cy="1496972"/>
          </a:xfrm>
          <a:custGeom>
            <a:avLst/>
            <a:gdLst/>
            <a:ahLst/>
            <a:cxnLst/>
            <a:rect r="r" b="b" t="t" l="l"/>
            <a:pathLst>
              <a:path h="1496972" w="1441362">
                <a:moveTo>
                  <a:pt x="1441362" y="0"/>
                </a:moveTo>
                <a:lnTo>
                  <a:pt x="0" y="0"/>
                </a:lnTo>
                <a:lnTo>
                  <a:pt x="0" y="1496972"/>
                </a:lnTo>
                <a:lnTo>
                  <a:pt x="1441362" y="1496972"/>
                </a:lnTo>
                <a:lnTo>
                  <a:pt x="1441362" y="0"/>
                </a:lnTo>
                <a:close/>
              </a:path>
            </a:pathLst>
          </a:custGeom>
          <a:blipFill>
            <a:blip r:embed="rId7">
              <a:alphaModFix amt="18000"/>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1049381" y="4632585"/>
            <a:ext cx="3323106" cy="4952080"/>
          </a:xfrm>
          <a:custGeom>
            <a:avLst/>
            <a:gdLst/>
            <a:ahLst/>
            <a:cxnLst/>
            <a:rect r="r" b="b" t="t" l="l"/>
            <a:pathLst>
              <a:path h="4952080" w="3323106">
                <a:moveTo>
                  <a:pt x="0" y="0"/>
                </a:moveTo>
                <a:lnTo>
                  <a:pt x="3323107" y="0"/>
                </a:lnTo>
                <a:lnTo>
                  <a:pt x="3323107" y="4952080"/>
                </a:lnTo>
                <a:lnTo>
                  <a:pt x="0" y="4952080"/>
                </a:lnTo>
                <a:lnTo>
                  <a:pt x="0" y="0"/>
                </a:lnTo>
                <a:close/>
              </a:path>
            </a:pathLst>
          </a:custGeom>
          <a:blipFill>
            <a:blip r:embed="rId21"/>
            <a:stretch>
              <a:fillRect l="0" t="0" r="0" b="0"/>
            </a:stretch>
          </a:blipFill>
        </p:spPr>
      </p:sp>
      <p:sp>
        <p:nvSpPr>
          <p:cNvPr name="Freeform 19" id="19"/>
          <p:cNvSpPr/>
          <p:nvPr/>
        </p:nvSpPr>
        <p:spPr>
          <a:xfrm flipH="true" flipV="false" rot="0">
            <a:off x="9520227" y="7124878"/>
            <a:ext cx="2847171" cy="2786408"/>
          </a:xfrm>
          <a:custGeom>
            <a:avLst/>
            <a:gdLst/>
            <a:ahLst/>
            <a:cxnLst/>
            <a:rect r="r" b="b" t="t" l="l"/>
            <a:pathLst>
              <a:path h="2786408" w="2847171">
                <a:moveTo>
                  <a:pt x="2847171" y="0"/>
                </a:moveTo>
                <a:lnTo>
                  <a:pt x="0" y="0"/>
                </a:lnTo>
                <a:lnTo>
                  <a:pt x="0" y="2786408"/>
                </a:lnTo>
                <a:lnTo>
                  <a:pt x="2847171" y="2786408"/>
                </a:lnTo>
                <a:lnTo>
                  <a:pt x="2847171" y="0"/>
                </a:lnTo>
                <a:close/>
              </a:path>
            </a:pathLst>
          </a:custGeom>
          <a:blipFill>
            <a:blip r:embed="rId22"/>
            <a:stretch>
              <a:fillRect l="0" t="0" r="0" b="0"/>
            </a:stretch>
          </a:blipFill>
        </p:spPr>
      </p:sp>
      <p:sp>
        <p:nvSpPr>
          <p:cNvPr name="Freeform 20" id="20"/>
          <p:cNvSpPr/>
          <p:nvPr/>
        </p:nvSpPr>
        <p:spPr>
          <a:xfrm flipH="false" flipV="false" rot="0">
            <a:off x="9447586" y="7442142"/>
            <a:ext cx="2208507" cy="2151879"/>
          </a:xfrm>
          <a:custGeom>
            <a:avLst/>
            <a:gdLst/>
            <a:ahLst/>
            <a:cxnLst/>
            <a:rect r="r" b="b" t="t" l="l"/>
            <a:pathLst>
              <a:path h="2151879" w="2208507">
                <a:moveTo>
                  <a:pt x="0" y="0"/>
                </a:moveTo>
                <a:lnTo>
                  <a:pt x="2208507" y="0"/>
                </a:lnTo>
                <a:lnTo>
                  <a:pt x="2208507" y="2151879"/>
                </a:lnTo>
                <a:lnTo>
                  <a:pt x="0" y="2151879"/>
                </a:lnTo>
                <a:lnTo>
                  <a:pt x="0" y="0"/>
                </a:lnTo>
                <a:close/>
              </a:path>
            </a:pathLst>
          </a:custGeom>
          <a:blipFill>
            <a:blip r:embed="rId23"/>
            <a:stretch>
              <a:fillRect l="0" t="0" r="0" b="0"/>
            </a:stretch>
          </a:blipFill>
        </p:spPr>
      </p:sp>
      <p:sp>
        <p:nvSpPr>
          <p:cNvPr name="AutoShape 21" id="21"/>
          <p:cNvSpPr/>
          <p:nvPr/>
        </p:nvSpPr>
        <p:spPr>
          <a:xfrm>
            <a:off x="9181955" y="9506457"/>
            <a:ext cx="4374237" cy="78208"/>
          </a:xfrm>
          <a:prstGeom prst="line">
            <a:avLst/>
          </a:prstGeom>
          <a:ln cap="flat" w="381000">
            <a:solidFill>
              <a:srgbClr val="000000"/>
            </a:solidFill>
            <a:prstDash val="solid"/>
            <a:headEnd type="none" len="sm" w="sm"/>
            <a:tailEnd type="none" len="sm" w="sm"/>
          </a:ln>
        </p:spPr>
      </p:sp>
      <p:sp>
        <p:nvSpPr>
          <p:cNvPr name="TextBox 22" id="22"/>
          <p:cNvSpPr txBox="true"/>
          <p:nvPr/>
        </p:nvSpPr>
        <p:spPr>
          <a:xfrm rot="-5400000">
            <a:off x="-3034170" y="3866249"/>
            <a:ext cx="11290781" cy="2554502"/>
          </a:xfrm>
          <a:prstGeom prst="rect">
            <a:avLst/>
          </a:prstGeom>
        </p:spPr>
        <p:txBody>
          <a:bodyPr anchor="t" rtlCol="false" tIns="0" lIns="0" bIns="0" rIns="0">
            <a:spAutoFit/>
          </a:bodyPr>
          <a:lstStyle/>
          <a:p>
            <a:pPr algn="ctr">
              <a:lnSpc>
                <a:spcPts val="20900"/>
              </a:lnSpc>
              <a:spcBef>
                <a:spcPct val="0"/>
              </a:spcBef>
            </a:pPr>
            <a:r>
              <a:rPr lang="en-US" sz="14929">
                <a:solidFill>
                  <a:srgbClr val="04383F"/>
                </a:solidFill>
                <a:latin typeface="Anton"/>
                <a:ea typeface="Anton"/>
                <a:cs typeface="Anton"/>
                <a:sym typeface="Anton"/>
              </a:rPr>
              <a:t>PROMOTION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C648D">
                <a:alpha val="100000"/>
              </a:srgbClr>
            </a:gs>
            <a:gs pos="100000">
              <a:srgbClr val="8BC7F2">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332214" y="4156075"/>
            <a:ext cx="7623572" cy="1746251"/>
          </a:xfrm>
          <a:prstGeom prst="rect">
            <a:avLst/>
          </a:prstGeom>
        </p:spPr>
        <p:txBody>
          <a:bodyPr anchor="t" rtlCol="false" tIns="0" lIns="0" bIns="0" rIns="0">
            <a:spAutoFit/>
          </a:bodyPr>
          <a:lstStyle/>
          <a:p>
            <a:pPr algn="ctr">
              <a:lnSpc>
                <a:spcPts val="13999"/>
              </a:lnSpc>
              <a:spcBef>
                <a:spcPct val="0"/>
              </a:spcBef>
            </a:pPr>
            <a:r>
              <a:rPr lang="en-US" sz="9999">
                <a:solidFill>
                  <a:srgbClr val="C6E0FF"/>
                </a:solidFill>
                <a:latin typeface="Brixton"/>
                <a:ea typeface="Brixton"/>
                <a:cs typeface="Brixton"/>
                <a:sym typeface="Brixton"/>
              </a:rPr>
              <a:t>THANK YOU</a:t>
            </a:r>
          </a:p>
        </p:txBody>
      </p:sp>
      <p:sp>
        <p:nvSpPr>
          <p:cNvPr name="Freeform 3" id="3"/>
          <p:cNvSpPr/>
          <p:nvPr/>
        </p:nvSpPr>
        <p:spPr>
          <a:xfrm flipH="false" flipV="false" rot="0">
            <a:off x="15047408" y="2290036"/>
            <a:ext cx="3938435" cy="8561816"/>
          </a:xfrm>
          <a:custGeom>
            <a:avLst/>
            <a:gdLst/>
            <a:ahLst/>
            <a:cxnLst/>
            <a:rect r="r" b="b" t="t" l="l"/>
            <a:pathLst>
              <a:path h="8561816" w="3938435">
                <a:moveTo>
                  <a:pt x="0" y="0"/>
                </a:moveTo>
                <a:lnTo>
                  <a:pt x="3938435" y="0"/>
                </a:lnTo>
                <a:lnTo>
                  <a:pt x="3938435" y="8561816"/>
                </a:lnTo>
                <a:lnTo>
                  <a:pt x="0" y="8561816"/>
                </a:lnTo>
                <a:lnTo>
                  <a:pt x="0" y="0"/>
                </a:lnTo>
                <a:close/>
              </a:path>
            </a:pathLst>
          </a:custGeom>
          <a:blipFill>
            <a:blip r:embed="rId2">
              <a:alphaModFix amt="26000"/>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DAHD1OQEZYE</dc:identifier>
  <dcterms:modified xsi:type="dcterms:W3CDTF">2011-08-01T06:04:30Z</dcterms:modified>
  <cp:revision>1</cp:revision>
  <dc:title>AAKRUTI</dc:title>
</cp:coreProperties>
</file>